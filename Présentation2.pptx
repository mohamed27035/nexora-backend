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4" r:id="rId6"/>
    <p:sldId id="265" r:id="rId7"/>
    <p:sldId id="261" r:id="rId8"/>
    <p:sldId id="263" r:id="rId9"/>
    <p:sldId id="280" r:id="rId10"/>
    <p:sldId id="281" r:id="rId11"/>
    <p:sldId id="282" r:id="rId12"/>
    <p:sldId id="262" r:id="rId13"/>
    <p:sldId id="283" r:id="rId14"/>
    <p:sldId id="267" r:id="rId15"/>
    <p:sldId id="269" r:id="rId16"/>
    <p:sldId id="284" r:id="rId17"/>
    <p:sldId id="270" r:id="rId18"/>
    <p:sldId id="286" r:id="rId19"/>
    <p:sldId id="271" r:id="rId20"/>
    <p:sldId id="292" r:id="rId21"/>
    <p:sldId id="293" r:id="rId22"/>
    <p:sldId id="272" r:id="rId23"/>
    <p:sldId id="273" r:id="rId24"/>
    <p:sldId id="294" r:id="rId25"/>
    <p:sldId id="295" r:id="rId26"/>
    <p:sldId id="275" r:id="rId27"/>
    <p:sldId id="279" r:id="rId28"/>
    <p:sldId id="29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75ADC668-E100-4427-A496-FBBF23DE58F0}">
          <p14:sldIdLst>
            <p14:sldId id="256"/>
            <p14:sldId id="257"/>
            <p14:sldId id="258"/>
            <p14:sldId id="259"/>
            <p14:sldId id="264"/>
            <p14:sldId id="265"/>
            <p14:sldId id="261"/>
            <p14:sldId id="263"/>
            <p14:sldId id="280"/>
            <p14:sldId id="281"/>
            <p14:sldId id="282"/>
            <p14:sldId id="262"/>
            <p14:sldId id="283"/>
            <p14:sldId id="267"/>
            <p14:sldId id="269"/>
            <p14:sldId id="284"/>
            <p14:sldId id="270"/>
            <p14:sldId id="286"/>
            <p14:sldId id="271"/>
            <p14:sldId id="292"/>
            <p14:sldId id="293"/>
            <p14:sldId id="272"/>
            <p14:sldId id="273"/>
            <p14:sldId id="294"/>
            <p14:sldId id="295"/>
            <p14:sldId id="275"/>
            <p14:sldId id="279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ed mohamed" initials="mm" lastIdx="1" clrIdx="0">
    <p:extLst>
      <p:ext uri="{19B8F6BF-5375-455C-9EA6-DF929625EA0E}">
        <p15:presenceInfo xmlns:p15="http://schemas.microsoft.com/office/powerpoint/2012/main" userId="8cbe1d0492cd7b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37" autoAdjust="0"/>
  </p:normalViewPr>
  <p:slideViewPr>
    <p:cSldViewPr snapToGrid="0">
      <p:cViewPr>
        <p:scale>
          <a:sx n="75" d="100"/>
          <a:sy n="75" d="100"/>
        </p:scale>
        <p:origin x="61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21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A5B83B-66C2-48FB-AD6C-91DD16501711}" type="doc">
      <dgm:prSet loTypeId="urn:microsoft.com/office/officeart/2005/8/layout/process4" loCatId="list" qsTypeId="urn:microsoft.com/office/officeart/2005/8/quickstyle/simple5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9349D2F8-C7EE-4C86-B0D1-A42DFD6AF465}">
      <dgm:prSet phldrT="[Texte]"/>
      <dgm:spPr/>
      <dgm:t>
        <a:bodyPr/>
        <a:lstStyle/>
        <a:p>
          <a:r>
            <a: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65F16821-106A-40D7-AB67-8DAB18A6C018}" type="parTrans" cxnId="{011C79D1-9413-43A9-8435-AB411F49FE3C}">
      <dgm:prSet/>
      <dgm:spPr/>
      <dgm:t>
        <a:bodyPr/>
        <a:lstStyle/>
        <a:p>
          <a:endParaRPr lang="en-US"/>
        </a:p>
      </dgm:t>
    </dgm:pt>
    <dgm:pt modelId="{C03876CD-F8A0-41DD-BB3D-E2725406A9CA}" type="sibTrans" cxnId="{011C79D1-9413-43A9-8435-AB411F49FE3C}">
      <dgm:prSet/>
      <dgm:spPr/>
      <dgm:t>
        <a:bodyPr/>
        <a:lstStyle/>
        <a:p>
          <a:endParaRPr lang="en-US"/>
        </a:p>
      </dgm:t>
    </dgm:pt>
    <dgm:pt modelId="{91CCF91D-9C1D-43A3-9B1C-9F50BC480651}">
      <dgm:prSet phldrT="[Texte]"/>
      <dgm:spPr/>
      <dgm:t>
        <a:bodyPr/>
        <a:lstStyle/>
        <a:p>
          <a:r>
            <a:rPr lang="en-US" b="1" dirty="0" err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Problématique</a:t>
          </a:r>
          <a:endParaRPr lang="en-US" b="1" dirty="0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31CA52-CEFD-4B9C-99C1-0D7CF54263DA}" type="parTrans" cxnId="{ABFA700F-8BBA-4CAD-8698-F5F9F9402FF7}">
      <dgm:prSet/>
      <dgm:spPr/>
      <dgm:t>
        <a:bodyPr/>
        <a:lstStyle/>
        <a:p>
          <a:endParaRPr lang="en-US"/>
        </a:p>
      </dgm:t>
    </dgm:pt>
    <dgm:pt modelId="{4F1AFCBC-165D-41F9-A79A-4954DA3E2DF1}" type="sibTrans" cxnId="{ABFA700F-8BBA-4CAD-8698-F5F9F9402FF7}">
      <dgm:prSet/>
      <dgm:spPr/>
      <dgm:t>
        <a:bodyPr/>
        <a:lstStyle/>
        <a:p>
          <a:endParaRPr lang="en-US"/>
        </a:p>
      </dgm:t>
    </dgm:pt>
    <dgm:pt modelId="{B06E773C-31AB-41DD-AC48-2244AECCE930}">
      <dgm:prSet phldrT="[Texte]"/>
      <dgm:spPr/>
      <dgm:t>
        <a:bodyPr/>
        <a:lstStyle/>
        <a:p>
          <a:r>
            <a:rPr lang="en-US" b="1" dirty="0" err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Methodologie</a:t>
          </a:r>
          <a:r>
            <a: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22625FD2-214E-4783-8E24-B13ED7A07320}" type="parTrans" cxnId="{0CAEAFF0-72B0-4876-9757-FBE11CB559C6}">
      <dgm:prSet/>
      <dgm:spPr/>
      <dgm:t>
        <a:bodyPr/>
        <a:lstStyle/>
        <a:p>
          <a:endParaRPr lang="en-US"/>
        </a:p>
      </dgm:t>
    </dgm:pt>
    <dgm:pt modelId="{77A8DAAB-8293-4133-AB2A-8527ACA4BD36}" type="sibTrans" cxnId="{0CAEAFF0-72B0-4876-9757-FBE11CB559C6}">
      <dgm:prSet/>
      <dgm:spPr/>
      <dgm:t>
        <a:bodyPr/>
        <a:lstStyle/>
        <a:p>
          <a:endParaRPr lang="en-US"/>
        </a:p>
      </dgm:t>
    </dgm:pt>
    <dgm:pt modelId="{312DA5ED-1638-48F7-8FA7-857E45EB9C4B}">
      <dgm:prSet phldrT="[Texte]"/>
      <dgm:spPr/>
      <dgm:t>
        <a:bodyPr/>
        <a:lstStyle/>
        <a:p>
          <a:r>
            <a: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Conception et </a:t>
          </a:r>
          <a:r>
            <a:rPr lang="en-US" b="1" dirty="0" err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réalisation</a:t>
          </a:r>
          <a:endParaRPr lang="en-US" b="1" dirty="0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C3F6D9-AA49-44EC-90F7-61A1F64753FE}" type="parTrans" cxnId="{B73B7D05-E72F-4376-924C-4B6EA5570BE5}">
      <dgm:prSet/>
      <dgm:spPr/>
      <dgm:t>
        <a:bodyPr/>
        <a:lstStyle/>
        <a:p>
          <a:endParaRPr lang="en-US"/>
        </a:p>
      </dgm:t>
    </dgm:pt>
    <dgm:pt modelId="{15F025C2-7049-46C4-9D51-B49FA36F8064}" type="sibTrans" cxnId="{B73B7D05-E72F-4376-924C-4B6EA5570BE5}">
      <dgm:prSet/>
      <dgm:spPr/>
      <dgm:t>
        <a:bodyPr/>
        <a:lstStyle/>
        <a:p>
          <a:endParaRPr lang="en-US"/>
        </a:p>
      </dgm:t>
    </dgm:pt>
    <dgm:pt modelId="{6B8531D6-4A54-4D37-B9C9-9094B06C5866}">
      <dgm:prSet phldrT="[Texte]"/>
      <dgm:spPr/>
      <dgm:t>
        <a:bodyPr/>
        <a:lstStyle/>
        <a:p>
          <a:r>
            <a: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D644AC6-4DC7-461B-A551-5948E5EF8D01}" type="parTrans" cxnId="{742E3D8E-8422-42A9-B075-EB92CF8E3422}">
      <dgm:prSet/>
      <dgm:spPr/>
      <dgm:t>
        <a:bodyPr/>
        <a:lstStyle/>
        <a:p>
          <a:endParaRPr lang="en-US"/>
        </a:p>
      </dgm:t>
    </dgm:pt>
    <dgm:pt modelId="{09338EC7-7F67-4A98-9924-A718F044AEE6}" type="sibTrans" cxnId="{742E3D8E-8422-42A9-B075-EB92CF8E3422}">
      <dgm:prSet/>
      <dgm:spPr/>
      <dgm:t>
        <a:bodyPr/>
        <a:lstStyle/>
        <a:p>
          <a:endParaRPr lang="en-US"/>
        </a:p>
      </dgm:t>
    </dgm:pt>
    <dgm:pt modelId="{473D4B91-53B0-4611-BAC3-6ECC8187904B}">
      <dgm:prSet/>
      <dgm:spPr/>
      <dgm:t>
        <a:bodyPr/>
        <a:lstStyle/>
        <a:p>
          <a:r>
            <a: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Démonstration</a:t>
          </a:r>
        </a:p>
      </dgm:t>
    </dgm:pt>
    <dgm:pt modelId="{7F211C91-9AFF-41EA-9ED4-A476385F0DE8}" type="parTrans" cxnId="{1FC6DB2E-7474-475D-8783-3C4A4C4368B7}">
      <dgm:prSet/>
      <dgm:spPr/>
      <dgm:t>
        <a:bodyPr/>
        <a:lstStyle/>
        <a:p>
          <a:endParaRPr lang="en-US"/>
        </a:p>
      </dgm:t>
    </dgm:pt>
    <dgm:pt modelId="{B090A47E-CFFC-4A2C-A9CA-8CC314B3A3E6}" type="sibTrans" cxnId="{1FC6DB2E-7474-475D-8783-3C4A4C4368B7}">
      <dgm:prSet/>
      <dgm:spPr/>
      <dgm:t>
        <a:bodyPr/>
        <a:lstStyle/>
        <a:p>
          <a:endParaRPr lang="en-US"/>
        </a:p>
      </dgm:t>
    </dgm:pt>
    <dgm:pt modelId="{9C6C8755-6EA0-4330-BEE8-26F600661A22}" type="pres">
      <dgm:prSet presAssocID="{82A5B83B-66C2-48FB-AD6C-91DD16501711}" presName="Name0" presStyleCnt="0">
        <dgm:presLayoutVars>
          <dgm:dir/>
          <dgm:animLvl val="lvl"/>
          <dgm:resizeHandles val="exact"/>
        </dgm:presLayoutVars>
      </dgm:prSet>
      <dgm:spPr/>
    </dgm:pt>
    <dgm:pt modelId="{DE8DCD67-7316-40BB-A787-7D82BF759D97}" type="pres">
      <dgm:prSet presAssocID="{6B8531D6-4A54-4D37-B9C9-9094B06C5866}" presName="boxAndChildren" presStyleCnt="0"/>
      <dgm:spPr/>
    </dgm:pt>
    <dgm:pt modelId="{88F85F3F-2D18-4A67-84DD-3509719FD59D}" type="pres">
      <dgm:prSet presAssocID="{6B8531D6-4A54-4D37-B9C9-9094B06C5866}" presName="parentTextBox" presStyleLbl="node1" presStyleIdx="0" presStyleCnt="6" custLinFactNeighborY="36787"/>
      <dgm:spPr/>
    </dgm:pt>
    <dgm:pt modelId="{77751271-D587-443B-B28D-8AD77FEDF311}" type="pres">
      <dgm:prSet presAssocID="{B090A47E-CFFC-4A2C-A9CA-8CC314B3A3E6}" presName="sp" presStyleCnt="0"/>
      <dgm:spPr/>
    </dgm:pt>
    <dgm:pt modelId="{721C2C76-3C34-465E-8E11-9C6B76970183}" type="pres">
      <dgm:prSet presAssocID="{473D4B91-53B0-4611-BAC3-6ECC8187904B}" presName="arrowAndChildren" presStyleCnt="0"/>
      <dgm:spPr/>
    </dgm:pt>
    <dgm:pt modelId="{30248F9F-D57C-4110-B1DC-42E271CF9982}" type="pres">
      <dgm:prSet presAssocID="{473D4B91-53B0-4611-BAC3-6ECC8187904B}" presName="parentTextArrow" presStyleLbl="node1" presStyleIdx="1" presStyleCnt="6"/>
      <dgm:spPr/>
    </dgm:pt>
    <dgm:pt modelId="{7E887264-4C9F-4B6C-951F-68B7F66CF05E}" type="pres">
      <dgm:prSet presAssocID="{15F025C2-7049-46C4-9D51-B49FA36F8064}" presName="sp" presStyleCnt="0"/>
      <dgm:spPr/>
    </dgm:pt>
    <dgm:pt modelId="{A440F9C3-7D2C-4142-92DD-4FB8A563DE29}" type="pres">
      <dgm:prSet presAssocID="{312DA5ED-1638-48F7-8FA7-857E45EB9C4B}" presName="arrowAndChildren" presStyleCnt="0"/>
      <dgm:spPr/>
    </dgm:pt>
    <dgm:pt modelId="{6D0ECB82-77C9-4611-9323-F2969752D4D9}" type="pres">
      <dgm:prSet presAssocID="{312DA5ED-1638-48F7-8FA7-857E45EB9C4B}" presName="parentTextArrow" presStyleLbl="node1" presStyleIdx="2" presStyleCnt="6"/>
      <dgm:spPr/>
    </dgm:pt>
    <dgm:pt modelId="{5B089FCC-32EF-40C9-8327-B0EA729B2C08}" type="pres">
      <dgm:prSet presAssocID="{77A8DAAB-8293-4133-AB2A-8527ACA4BD36}" presName="sp" presStyleCnt="0"/>
      <dgm:spPr/>
    </dgm:pt>
    <dgm:pt modelId="{A273EFB4-3912-4C16-8728-6E59E9C99297}" type="pres">
      <dgm:prSet presAssocID="{B06E773C-31AB-41DD-AC48-2244AECCE930}" presName="arrowAndChildren" presStyleCnt="0"/>
      <dgm:spPr/>
    </dgm:pt>
    <dgm:pt modelId="{DB2F58D2-032F-41C7-9BFD-18D09957CBA4}" type="pres">
      <dgm:prSet presAssocID="{B06E773C-31AB-41DD-AC48-2244AECCE930}" presName="parentTextArrow" presStyleLbl="node1" presStyleIdx="3" presStyleCnt="6"/>
      <dgm:spPr/>
    </dgm:pt>
    <dgm:pt modelId="{608FF15B-E7D9-440E-91B9-A6B38D87893E}" type="pres">
      <dgm:prSet presAssocID="{4F1AFCBC-165D-41F9-A79A-4954DA3E2DF1}" presName="sp" presStyleCnt="0"/>
      <dgm:spPr/>
    </dgm:pt>
    <dgm:pt modelId="{6F512B1D-A65D-4B50-8882-28F3502118C9}" type="pres">
      <dgm:prSet presAssocID="{91CCF91D-9C1D-43A3-9B1C-9F50BC480651}" presName="arrowAndChildren" presStyleCnt="0"/>
      <dgm:spPr/>
    </dgm:pt>
    <dgm:pt modelId="{8B05D45B-22C7-4006-B3D4-2376D662F7BD}" type="pres">
      <dgm:prSet presAssocID="{91CCF91D-9C1D-43A3-9B1C-9F50BC480651}" presName="parentTextArrow" presStyleLbl="node1" presStyleIdx="4" presStyleCnt="6"/>
      <dgm:spPr/>
    </dgm:pt>
    <dgm:pt modelId="{68A5737C-C799-40C4-95F0-352275CA2CBA}" type="pres">
      <dgm:prSet presAssocID="{C03876CD-F8A0-41DD-BB3D-E2725406A9CA}" presName="sp" presStyleCnt="0"/>
      <dgm:spPr/>
    </dgm:pt>
    <dgm:pt modelId="{60C4BDF9-47A1-4C87-BF1E-4E471392EA6E}" type="pres">
      <dgm:prSet presAssocID="{9349D2F8-C7EE-4C86-B0D1-A42DFD6AF465}" presName="arrowAndChildren" presStyleCnt="0"/>
      <dgm:spPr/>
    </dgm:pt>
    <dgm:pt modelId="{2429EC2A-A616-4A27-8EA8-E9772BCDCBB9}" type="pres">
      <dgm:prSet presAssocID="{9349D2F8-C7EE-4C86-B0D1-A42DFD6AF465}" presName="parentTextArrow" presStyleLbl="node1" presStyleIdx="5" presStyleCnt="6" custLinFactNeighborX="-2151" custLinFactNeighborY="1391"/>
      <dgm:spPr/>
    </dgm:pt>
  </dgm:ptLst>
  <dgm:cxnLst>
    <dgm:cxn modelId="{B73B7D05-E72F-4376-924C-4B6EA5570BE5}" srcId="{82A5B83B-66C2-48FB-AD6C-91DD16501711}" destId="{312DA5ED-1638-48F7-8FA7-857E45EB9C4B}" srcOrd="3" destOrd="0" parTransId="{40C3F6D9-AA49-44EC-90F7-61A1F64753FE}" sibTransId="{15F025C2-7049-46C4-9D51-B49FA36F8064}"/>
    <dgm:cxn modelId="{ABFA700F-8BBA-4CAD-8698-F5F9F9402FF7}" srcId="{82A5B83B-66C2-48FB-AD6C-91DD16501711}" destId="{91CCF91D-9C1D-43A3-9B1C-9F50BC480651}" srcOrd="1" destOrd="0" parTransId="{6D31CA52-CEFD-4B9C-99C1-0D7CF54263DA}" sibTransId="{4F1AFCBC-165D-41F9-A79A-4954DA3E2DF1}"/>
    <dgm:cxn modelId="{1FC6DB2E-7474-475D-8783-3C4A4C4368B7}" srcId="{82A5B83B-66C2-48FB-AD6C-91DD16501711}" destId="{473D4B91-53B0-4611-BAC3-6ECC8187904B}" srcOrd="4" destOrd="0" parTransId="{7F211C91-9AFF-41EA-9ED4-A476385F0DE8}" sibTransId="{B090A47E-CFFC-4A2C-A9CA-8CC314B3A3E6}"/>
    <dgm:cxn modelId="{C7518636-1939-40A4-B8D6-5952860D6390}" type="presOf" srcId="{91CCF91D-9C1D-43A3-9B1C-9F50BC480651}" destId="{8B05D45B-22C7-4006-B3D4-2376D662F7BD}" srcOrd="0" destOrd="0" presId="urn:microsoft.com/office/officeart/2005/8/layout/process4"/>
    <dgm:cxn modelId="{50D6C15F-96A4-4CAF-9FEA-03B3213E671B}" type="presOf" srcId="{9349D2F8-C7EE-4C86-B0D1-A42DFD6AF465}" destId="{2429EC2A-A616-4A27-8EA8-E9772BCDCBB9}" srcOrd="0" destOrd="0" presId="urn:microsoft.com/office/officeart/2005/8/layout/process4"/>
    <dgm:cxn modelId="{4F58787A-5153-45EC-A5CE-138DCE6DF7EE}" type="presOf" srcId="{473D4B91-53B0-4611-BAC3-6ECC8187904B}" destId="{30248F9F-D57C-4110-B1DC-42E271CF9982}" srcOrd="0" destOrd="0" presId="urn:microsoft.com/office/officeart/2005/8/layout/process4"/>
    <dgm:cxn modelId="{24972D7F-44E3-4D9D-9932-992454569723}" type="presOf" srcId="{B06E773C-31AB-41DD-AC48-2244AECCE930}" destId="{DB2F58D2-032F-41C7-9BFD-18D09957CBA4}" srcOrd="0" destOrd="0" presId="urn:microsoft.com/office/officeart/2005/8/layout/process4"/>
    <dgm:cxn modelId="{742E3D8E-8422-42A9-B075-EB92CF8E3422}" srcId="{82A5B83B-66C2-48FB-AD6C-91DD16501711}" destId="{6B8531D6-4A54-4D37-B9C9-9094B06C5866}" srcOrd="5" destOrd="0" parTransId="{DD644AC6-4DC7-461B-A551-5948E5EF8D01}" sibTransId="{09338EC7-7F67-4A98-9924-A718F044AEE6}"/>
    <dgm:cxn modelId="{96601FC3-CA8F-437F-AF16-353C189405A4}" type="presOf" srcId="{6B8531D6-4A54-4D37-B9C9-9094B06C5866}" destId="{88F85F3F-2D18-4A67-84DD-3509719FD59D}" srcOrd="0" destOrd="0" presId="urn:microsoft.com/office/officeart/2005/8/layout/process4"/>
    <dgm:cxn modelId="{011C79D1-9413-43A9-8435-AB411F49FE3C}" srcId="{82A5B83B-66C2-48FB-AD6C-91DD16501711}" destId="{9349D2F8-C7EE-4C86-B0D1-A42DFD6AF465}" srcOrd="0" destOrd="0" parTransId="{65F16821-106A-40D7-AB67-8DAB18A6C018}" sibTransId="{C03876CD-F8A0-41DD-BB3D-E2725406A9CA}"/>
    <dgm:cxn modelId="{5A6BB4D1-2CE4-4BF4-90F0-EB57D22A6BCF}" type="presOf" srcId="{312DA5ED-1638-48F7-8FA7-857E45EB9C4B}" destId="{6D0ECB82-77C9-4611-9323-F2969752D4D9}" srcOrd="0" destOrd="0" presId="urn:microsoft.com/office/officeart/2005/8/layout/process4"/>
    <dgm:cxn modelId="{0CAEAFF0-72B0-4876-9757-FBE11CB559C6}" srcId="{82A5B83B-66C2-48FB-AD6C-91DD16501711}" destId="{B06E773C-31AB-41DD-AC48-2244AECCE930}" srcOrd="2" destOrd="0" parTransId="{22625FD2-214E-4783-8E24-B13ED7A07320}" sibTransId="{77A8DAAB-8293-4133-AB2A-8527ACA4BD36}"/>
    <dgm:cxn modelId="{15EC4EF1-081A-4EA0-88A3-75D15637F2FC}" type="presOf" srcId="{82A5B83B-66C2-48FB-AD6C-91DD16501711}" destId="{9C6C8755-6EA0-4330-BEE8-26F600661A22}" srcOrd="0" destOrd="0" presId="urn:microsoft.com/office/officeart/2005/8/layout/process4"/>
    <dgm:cxn modelId="{D0F06EC0-F00A-4DD3-9D61-7DE366B4C588}" type="presParOf" srcId="{9C6C8755-6EA0-4330-BEE8-26F600661A22}" destId="{DE8DCD67-7316-40BB-A787-7D82BF759D97}" srcOrd="0" destOrd="0" presId="urn:microsoft.com/office/officeart/2005/8/layout/process4"/>
    <dgm:cxn modelId="{E383D5CA-A1F0-49A1-A567-54654BA7A167}" type="presParOf" srcId="{DE8DCD67-7316-40BB-A787-7D82BF759D97}" destId="{88F85F3F-2D18-4A67-84DD-3509719FD59D}" srcOrd="0" destOrd="0" presId="urn:microsoft.com/office/officeart/2005/8/layout/process4"/>
    <dgm:cxn modelId="{27D1205A-1643-4599-8BC3-7CF7C737172D}" type="presParOf" srcId="{9C6C8755-6EA0-4330-BEE8-26F600661A22}" destId="{77751271-D587-443B-B28D-8AD77FEDF311}" srcOrd="1" destOrd="0" presId="urn:microsoft.com/office/officeart/2005/8/layout/process4"/>
    <dgm:cxn modelId="{C744C3B8-AA68-4776-A30D-2FE3920FEB4B}" type="presParOf" srcId="{9C6C8755-6EA0-4330-BEE8-26F600661A22}" destId="{721C2C76-3C34-465E-8E11-9C6B76970183}" srcOrd="2" destOrd="0" presId="urn:microsoft.com/office/officeart/2005/8/layout/process4"/>
    <dgm:cxn modelId="{7FAC4E1B-07B0-4C5E-8D4A-D04D189EDEBD}" type="presParOf" srcId="{721C2C76-3C34-465E-8E11-9C6B76970183}" destId="{30248F9F-D57C-4110-B1DC-42E271CF9982}" srcOrd="0" destOrd="0" presId="urn:microsoft.com/office/officeart/2005/8/layout/process4"/>
    <dgm:cxn modelId="{F0975937-DCCE-4530-AF05-3EE7D3120526}" type="presParOf" srcId="{9C6C8755-6EA0-4330-BEE8-26F600661A22}" destId="{7E887264-4C9F-4B6C-951F-68B7F66CF05E}" srcOrd="3" destOrd="0" presId="urn:microsoft.com/office/officeart/2005/8/layout/process4"/>
    <dgm:cxn modelId="{51D689B2-FD7D-4859-90D5-536CEC8DD47B}" type="presParOf" srcId="{9C6C8755-6EA0-4330-BEE8-26F600661A22}" destId="{A440F9C3-7D2C-4142-92DD-4FB8A563DE29}" srcOrd="4" destOrd="0" presId="urn:microsoft.com/office/officeart/2005/8/layout/process4"/>
    <dgm:cxn modelId="{95741E7A-4CA1-42E3-B9DC-BFF313FD6AE0}" type="presParOf" srcId="{A440F9C3-7D2C-4142-92DD-4FB8A563DE29}" destId="{6D0ECB82-77C9-4611-9323-F2969752D4D9}" srcOrd="0" destOrd="0" presId="urn:microsoft.com/office/officeart/2005/8/layout/process4"/>
    <dgm:cxn modelId="{8D2FF5EC-198F-4DC6-AB14-A4443B1A56D4}" type="presParOf" srcId="{9C6C8755-6EA0-4330-BEE8-26F600661A22}" destId="{5B089FCC-32EF-40C9-8327-B0EA729B2C08}" srcOrd="5" destOrd="0" presId="urn:microsoft.com/office/officeart/2005/8/layout/process4"/>
    <dgm:cxn modelId="{0E9A4FFF-CA18-4550-A847-5DFDC1505B54}" type="presParOf" srcId="{9C6C8755-6EA0-4330-BEE8-26F600661A22}" destId="{A273EFB4-3912-4C16-8728-6E59E9C99297}" srcOrd="6" destOrd="0" presId="urn:microsoft.com/office/officeart/2005/8/layout/process4"/>
    <dgm:cxn modelId="{28FC4CD2-3133-469C-88A7-9D0F54057300}" type="presParOf" srcId="{A273EFB4-3912-4C16-8728-6E59E9C99297}" destId="{DB2F58D2-032F-41C7-9BFD-18D09957CBA4}" srcOrd="0" destOrd="0" presId="urn:microsoft.com/office/officeart/2005/8/layout/process4"/>
    <dgm:cxn modelId="{57E2E58F-4AC4-4D11-B353-8172BEC5B59A}" type="presParOf" srcId="{9C6C8755-6EA0-4330-BEE8-26F600661A22}" destId="{608FF15B-E7D9-440E-91B9-A6B38D87893E}" srcOrd="7" destOrd="0" presId="urn:microsoft.com/office/officeart/2005/8/layout/process4"/>
    <dgm:cxn modelId="{A05C7DC6-4619-4243-9D5F-F908DDF0A892}" type="presParOf" srcId="{9C6C8755-6EA0-4330-BEE8-26F600661A22}" destId="{6F512B1D-A65D-4B50-8882-28F3502118C9}" srcOrd="8" destOrd="0" presId="urn:microsoft.com/office/officeart/2005/8/layout/process4"/>
    <dgm:cxn modelId="{CC12FBF0-7C40-4501-8242-A712E17C6ADF}" type="presParOf" srcId="{6F512B1D-A65D-4B50-8882-28F3502118C9}" destId="{8B05D45B-22C7-4006-B3D4-2376D662F7BD}" srcOrd="0" destOrd="0" presId="urn:microsoft.com/office/officeart/2005/8/layout/process4"/>
    <dgm:cxn modelId="{54D330C6-6F84-478C-B195-094210790AF0}" type="presParOf" srcId="{9C6C8755-6EA0-4330-BEE8-26F600661A22}" destId="{68A5737C-C799-40C4-95F0-352275CA2CBA}" srcOrd="9" destOrd="0" presId="urn:microsoft.com/office/officeart/2005/8/layout/process4"/>
    <dgm:cxn modelId="{9B431A86-9FE9-46BB-8CCA-B64B5970C80B}" type="presParOf" srcId="{9C6C8755-6EA0-4330-BEE8-26F600661A22}" destId="{60C4BDF9-47A1-4C87-BF1E-4E471392EA6E}" srcOrd="10" destOrd="0" presId="urn:microsoft.com/office/officeart/2005/8/layout/process4"/>
    <dgm:cxn modelId="{701204B0-AB47-4F61-91C8-E9C154BDC650}" type="presParOf" srcId="{60C4BDF9-47A1-4C87-BF1E-4E471392EA6E}" destId="{2429EC2A-A616-4A27-8EA8-E9772BCDCBB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8B1057-B644-4FBA-8F49-ED323103529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68785E8A-CFF0-4E9E-86E4-46CEFC8F9624}" type="pres">
      <dgm:prSet presAssocID="{FB8B1057-B644-4FBA-8F49-ED323103529A}" presName="Name0" presStyleCnt="0">
        <dgm:presLayoutVars>
          <dgm:chMax val="7"/>
          <dgm:chPref val="7"/>
          <dgm:dir/>
        </dgm:presLayoutVars>
      </dgm:prSet>
      <dgm:spPr/>
    </dgm:pt>
    <dgm:pt modelId="{C7425E03-B05E-4E89-93FC-30D7F704C0BF}" type="pres">
      <dgm:prSet presAssocID="{FB8B1057-B644-4FBA-8F49-ED323103529A}" presName="Name1" presStyleCnt="0"/>
      <dgm:spPr/>
    </dgm:pt>
    <dgm:pt modelId="{3DA4B5AB-E6E4-4B73-93C1-015D3BC6F0B2}" type="pres">
      <dgm:prSet presAssocID="{FB8B1057-B644-4FBA-8F49-ED323103529A}" presName="cycle" presStyleCnt="0"/>
      <dgm:spPr/>
    </dgm:pt>
    <dgm:pt modelId="{55EF5298-F154-45F8-B02B-E705070E82D8}" type="pres">
      <dgm:prSet presAssocID="{FB8B1057-B644-4FBA-8F49-ED323103529A}" presName="srcNode" presStyleLbl="node1" presStyleIdx="0" presStyleCnt="0"/>
      <dgm:spPr/>
    </dgm:pt>
    <dgm:pt modelId="{46AB716A-7AD6-4A2E-B842-71C19AC11667}" type="pres">
      <dgm:prSet presAssocID="{FB8B1057-B644-4FBA-8F49-ED323103529A}" presName="conn" presStyleLbl="parChTrans1D2" presStyleIdx="0" presStyleCnt="1"/>
      <dgm:spPr/>
    </dgm:pt>
    <dgm:pt modelId="{D311FB10-0735-4ADB-B0C5-091C5EF418C8}" type="pres">
      <dgm:prSet presAssocID="{FB8B1057-B644-4FBA-8F49-ED323103529A}" presName="extraNode" presStyleLbl="node1" presStyleIdx="0" presStyleCnt="0"/>
      <dgm:spPr/>
    </dgm:pt>
    <dgm:pt modelId="{F27324D5-2093-4F6C-B7F8-484EAD6E0801}" type="pres">
      <dgm:prSet presAssocID="{FB8B1057-B644-4FBA-8F49-ED323103529A}" presName="dstNode" presStyleLbl="node1" presStyleIdx="0" presStyleCnt="0"/>
      <dgm:spPr/>
    </dgm:pt>
  </dgm:ptLst>
  <dgm:cxnLst>
    <dgm:cxn modelId="{C85E481F-96E5-4C00-922A-450B13A97B17}" type="presOf" srcId="{FB8B1057-B644-4FBA-8F49-ED323103529A}" destId="{68785E8A-CFF0-4E9E-86E4-46CEFC8F9624}" srcOrd="0" destOrd="0" presId="urn:microsoft.com/office/officeart/2008/layout/VerticalCurvedList"/>
    <dgm:cxn modelId="{9C0E28D2-39F6-48C3-910C-EFCCB9D5A72B}" type="presParOf" srcId="{68785E8A-CFF0-4E9E-86E4-46CEFC8F9624}" destId="{C7425E03-B05E-4E89-93FC-30D7F704C0BF}" srcOrd="0" destOrd="0" presId="urn:microsoft.com/office/officeart/2008/layout/VerticalCurvedList"/>
    <dgm:cxn modelId="{89830B2B-92BB-44CE-9D50-747AE173A298}" type="presParOf" srcId="{C7425E03-B05E-4E89-93FC-30D7F704C0BF}" destId="{3DA4B5AB-E6E4-4B73-93C1-015D3BC6F0B2}" srcOrd="0" destOrd="0" presId="urn:microsoft.com/office/officeart/2008/layout/VerticalCurvedList"/>
    <dgm:cxn modelId="{396F8B99-5B80-4498-B9E6-1C893A477048}" type="presParOf" srcId="{3DA4B5AB-E6E4-4B73-93C1-015D3BC6F0B2}" destId="{55EF5298-F154-45F8-B02B-E705070E82D8}" srcOrd="0" destOrd="0" presId="urn:microsoft.com/office/officeart/2008/layout/VerticalCurvedList"/>
    <dgm:cxn modelId="{F509AC58-7EE2-4F5E-A836-7320BEC84DB0}" type="presParOf" srcId="{3DA4B5AB-E6E4-4B73-93C1-015D3BC6F0B2}" destId="{46AB716A-7AD6-4A2E-B842-71C19AC11667}" srcOrd="1" destOrd="0" presId="urn:microsoft.com/office/officeart/2008/layout/VerticalCurvedList"/>
    <dgm:cxn modelId="{5BD58056-5F6B-4D4D-96F2-98B0C6C7FC9C}" type="presParOf" srcId="{3DA4B5AB-E6E4-4B73-93C1-015D3BC6F0B2}" destId="{D311FB10-0735-4ADB-B0C5-091C5EF418C8}" srcOrd="2" destOrd="0" presId="urn:microsoft.com/office/officeart/2008/layout/VerticalCurvedList"/>
    <dgm:cxn modelId="{1D597A60-F3E2-4271-B9F1-9662BBCAD0CB}" type="presParOf" srcId="{3DA4B5AB-E6E4-4B73-93C1-015D3BC6F0B2}" destId="{F27324D5-2093-4F6C-B7F8-484EAD6E0801}" srcOrd="3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6B1DC9-2C5D-4FCF-8462-60E0ECF155A4}" type="doc">
      <dgm:prSet loTypeId="urn:microsoft.com/office/officeart/2005/8/layout/StepDownProcess" loCatId="process" qsTypeId="urn:microsoft.com/office/officeart/2005/8/quickstyle/3d3" qsCatId="3D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4BB98F2D-88FD-46AF-ADC4-880DCC10809D}">
      <dgm:prSet phldrT="[Texte]"/>
      <dgm:spPr/>
      <dgm:t>
        <a:bodyPr/>
        <a:lstStyle/>
        <a:p>
          <a:r>
            <a:rPr lang="fr-BE" b="1" dirty="0">
              <a:latin typeface="Times New Roman" panose="02020603050405020304" pitchFamily="18" charset="0"/>
              <a:cs typeface="Times New Roman" panose="02020603050405020304" pitchFamily="18" charset="0"/>
            </a:rPr>
            <a:t>Présentation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8711B1-5AAE-456E-A33D-3A0928610DAF}" type="parTrans" cxnId="{4D057814-C54A-4086-9795-AEDEBE534A51}">
      <dgm:prSet/>
      <dgm:spPr/>
      <dgm:t>
        <a:bodyPr/>
        <a:lstStyle/>
        <a:p>
          <a:endParaRPr lang="en-US"/>
        </a:p>
      </dgm:t>
    </dgm:pt>
    <dgm:pt modelId="{A5A88156-F1F9-442B-AE7F-D348C2637EB2}" type="sibTrans" cxnId="{4D057814-C54A-4086-9795-AEDEBE534A51}">
      <dgm:prSet/>
      <dgm:spPr/>
      <dgm:t>
        <a:bodyPr/>
        <a:lstStyle/>
        <a:p>
          <a:endParaRPr lang="en-US"/>
        </a:p>
      </dgm:t>
    </dgm:pt>
    <dgm:pt modelId="{1DAD0E46-31F2-4B09-B230-F84471181069}">
      <dgm:prSet phldrT="[Texte]"/>
      <dgm:spPr/>
      <dgm:t>
        <a:bodyPr/>
        <a:lstStyle/>
        <a:p>
          <a:r>
            <a:rPr lang="fr-BE" b="1" dirty="0">
              <a:latin typeface="Times New Roman" panose="02020603050405020304" pitchFamily="18" charset="0"/>
              <a:cs typeface="Times New Roman" panose="02020603050405020304" pitchFamily="18" charset="0"/>
            </a:rPr>
            <a:t>Objectifs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4B3B85-A3BE-4A10-8726-5C46C34D9DCB}" type="parTrans" cxnId="{35BFA468-966E-456F-AB5D-4F727BFFA9BA}">
      <dgm:prSet/>
      <dgm:spPr/>
      <dgm:t>
        <a:bodyPr/>
        <a:lstStyle/>
        <a:p>
          <a:endParaRPr lang="en-US"/>
        </a:p>
      </dgm:t>
    </dgm:pt>
    <dgm:pt modelId="{11251DC0-5A53-44F4-AAF6-6047BCBBA8A0}" type="sibTrans" cxnId="{35BFA468-966E-456F-AB5D-4F727BFFA9BA}">
      <dgm:prSet/>
      <dgm:spPr/>
      <dgm:t>
        <a:bodyPr/>
        <a:lstStyle/>
        <a:p>
          <a:endParaRPr lang="en-US"/>
        </a:p>
      </dgm:t>
    </dgm:pt>
    <dgm:pt modelId="{15623744-6788-4EAE-8A1E-4F823D91A1F0}">
      <dgm:prSet phldrT="[Texte]"/>
      <dgm:spPr/>
      <dgm:t>
        <a:bodyPr/>
        <a:lstStyle/>
        <a:p>
          <a:r>
            <a:rPr lang="fr-BE" b="1" dirty="0">
              <a:latin typeface="Times New Roman" panose="02020603050405020304" pitchFamily="18" charset="0"/>
              <a:cs typeface="Times New Roman" panose="02020603050405020304" pitchFamily="18" charset="0"/>
            </a:rPr>
            <a:t>l’importance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94F103-6C81-418D-9107-4964CD22EB1B}" type="parTrans" cxnId="{8D426D03-D352-4925-B024-193557360752}">
      <dgm:prSet/>
      <dgm:spPr/>
      <dgm:t>
        <a:bodyPr/>
        <a:lstStyle/>
        <a:p>
          <a:endParaRPr lang="en-US"/>
        </a:p>
      </dgm:t>
    </dgm:pt>
    <dgm:pt modelId="{69AF9B2C-E49C-4202-8011-89553E2AF6AB}" type="sibTrans" cxnId="{8D426D03-D352-4925-B024-193557360752}">
      <dgm:prSet/>
      <dgm:spPr/>
      <dgm:t>
        <a:bodyPr/>
        <a:lstStyle/>
        <a:p>
          <a:endParaRPr lang="en-US"/>
        </a:p>
      </dgm:t>
    </dgm:pt>
    <dgm:pt modelId="{C4F255BA-BAA0-4A33-B052-11CA0A616E10}" type="pres">
      <dgm:prSet presAssocID="{C16B1DC9-2C5D-4FCF-8462-60E0ECF155A4}" presName="rootnode" presStyleCnt="0">
        <dgm:presLayoutVars>
          <dgm:chMax/>
          <dgm:chPref/>
          <dgm:dir/>
          <dgm:animLvl val="lvl"/>
        </dgm:presLayoutVars>
      </dgm:prSet>
      <dgm:spPr/>
    </dgm:pt>
    <dgm:pt modelId="{A955CE13-CD9F-4B84-AC38-E05E386BA7B3}" type="pres">
      <dgm:prSet presAssocID="{4BB98F2D-88FD-46AF-ADC4-880DCC10809D}" presName="composite" presStyleCnt="0"/>
      <dgm:spPr/>
    </dgm:pt>
    <dgm:pt modelId="{16D86A0C-14A2-4720-89F6-4D7F1F8773C0}" type="pres">
      <dgm:prSet presAssocID="{4BB98F2D-88FD-46AF-ADC4-880DCC10809D}" presName="bentUpArrow1" presStyleLbl="alignImgPlace1" presStyleIdx="0" presStyleCnt="2"/>
      <dgm:spPr/>
    </dgm:pt>
    <dgm:pt modelId="{5D798C7D-B962-4C99-9F91-86A7037CB920}" type="pres">
      <dgm:prSet presAssocID="{4BB98F2D-88FD-46AF-ADC4-880DCC10809D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47A48ACA-E45A-45BC-9239-7918CC99B0C5}" type="pres">
      <dgm:prSet presAssocID="{4BB98F2D-88FD-46AF-ADC4-880DCC10809D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7D8E3DD-7704-47BC-9EA1-4EF45A94E69F}" type="pres">
      <dgm:prSet presAssocID="{A5A88156-F1F9-442B-AE7F-D348C2637EB2}" presName="sibTrans" presStyleCnt="0"/>
      <dgm:spPr/>
    </dgm:pt>
    <dgm:pt modelId="{A1ED4B70-84E6-4D2F-8692-0A8C13622702}" type="pres">
      <dgm:prSet presAssocID="{1DAD0E46-31F2-4B09-B230-F84471181069}" presName="composite" presStyleCnt="0"/>
      <dgm:spPr/>
    </dgm:pt>
    <dgm:pt modelId="{5FE75B9C-A6B1-42BB-AEB7-B390270A9B96}" type="pres">
      <dgm:prSet presAssocID="{1DAD0E46-31F2-4B09-B230-F84471181069}" presName="bentUpArrow1" presStyleLbl="alignImgPlace1" presStyleIdx="1" presStyleCnt="2"/>
      <dgm:spPr/>
    </dgm:pt>
    <dgm:pt modelId="{DC3962E0-636A-4A58-AED7-E6853588906D}" type="pres">
      <dgm:prSet presAssocID="{1DAD0E46-31F2-4B09-B230-F84471181069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5E13A156-3F29-4610-A3D0-8B3DCDEA9196}" type="pres">
      <dgm:prSet presAssocID="{1DAD0E46-31F2-4B09-B230-F84471181069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A299FB18-EC28-4684-ABD1-60A261E90B04}" type="pres">
      <dgm:prSet presAssocID="{11251DC0-5A53-44F4-AAF6-6047BCBBA8A0}" presName="sibTrans" presStyleCnt="0"/>
      <dgm:spPr/>
    </dgm:pt>
    <dgm:pt modelId="{023D9D3A-D9C6-441E-A177-21C6B6E3D6E2}" type="pres">
      <dgm:prSet presAssocID="{15623744-6788-4EAE-8A1E-4F823D91A1F0}" presName="composite" presStyleCnt="0"/>
      <dgm:spPr/>
    </dgm:pt>
    <dgm:pt modelId="{A1BFF162-8C1B-4FD1-96D2-CB203E8C4C4F}" type="pres">
      <dgm:prSet presAssocID="{15623744-6788-4EAE-8A1E-4F823D91A1F0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646B300-AA33-4EF4-9070-B69308C25A8C}" type="presOf" srcId="{4BB98F2D-88FD-46AF-ADC4-880DCC10809D}" destId="{5D798C7D-B962-4C99-9F91-86A7037CB920}" srcOrd="0" destOrd="0" presId="urn:microsoft.com/office/officeart/2005/8/layout/StepDownProcess"/>
    <dgm:cxn modelId="{8D426D03-D352-4925-B024-193557360752}" srcId="{C16B1DC9-2C5D-4FCF-8462-60E0ECF155A4}" destId="{15623744-6788-4EAE-8A1E-4F823D91A1F0}" srcOrd="2" destOrd="0" parTransId="{EC94F103-6C81-418D-9107-4964CD22EB1B}" sibTransId="{69AF9B2C-E49C-4202-8011-89553E2AF6AB}"/>
    <dgm:cxn modelId="{85FFD909-25F1-470B-8AFF-40569CD7324A}" type="presOf" srcId="{C16B1DC9-2C5D-4FCF-8462-60E0ECF155A4}" destId="{C4F255BA-BAA0-4A33-B052-11CA0A616E10}" srcOrd="0" destOrd="0" presId="urn:microsoft.com/office/officeart/2005/8/layout/StepDownProcess"/>
    <dgm:cxn modelId="{4D057814-C54A-4086-9795-AEDEBE534A51}" srcId="{C16B1DC9-2C5D-4FCF-8462-60E0ECF155A4}" destId="{4BB98F2D-88FD-46AF-ADC4-880DCC10809D}" srcOrd="0" destOrd="0" parTransId="{B18711B1-5AAE-456E-A33D-3A0928610DAF}" sibTransId="{A5A88156-F1F9-442B-AE7F-D348C2637EB2}"/>
    <dgm:cxn modelId="{35BFA468-966E-456F-AB5D-4F727BFFA9BA}" srcId="{C16B1DC9-2C5D-4FCF-8462-60E0ECF155A4}" destId="{1DAD0E46-31F2-4B09-B230-F84471181069}" srcOrd="1" destOrd="0" parTransId="{A64B3B85-A3BE-4A10-8726-5C46C34D9DCB}" sibTransId="{11251DC0-5A53-44F4-AAF6-6047BCBBA8A0}"/>
    <dgm:cxn modelId="{A6846E6B-77A9-4597-A785-D68179F9BFCF}" type="presOf" srcId="{15623744-6788-4EAE-8A1E-4F823D91A1F0}" destId="{A1BFF162-8C1B-4FD1-96D2-CB203E8C4C4F}" srcOrd="0" destOrd="0" presId="urn:microsoft.com/office/officeart/2005/8/layout/StepDownProcess"/>
    <dgm:cxn modelId="{45EB30A7-F3CD-4E22-B3DD-707BEF86ADF1}" type="presOf" srcId="{1DAD0E46-31F2-4B09-B230-F84471181069}" destId="{DC3962E0-636A-4A58-AED7-E6853588906D}" srcOrd="0" destOrd="0" presId="urn:microsoft.com/office/officeart/2005/8/layout/StepDownProcess"/>
    <dgm:cxn modelId="{3DCB09D2-EB19-45EA-93C1-E9413719CE7D}" type="presParOf" srcId="{C4F255BA-BAA0-4A33-B052-11CA0A616E10}" destId="{A955CE13-CD9F-4B84-AC38-E05E386BA7B3}" srcOrd="0" destOrd="0" presId="urn:microsoft.com/office/officeart/2005/8/layout/StepDownProcess"/>
    <dgm:cxn modelId="{9FE0BACB-93FF-4BC8-93AA-5D374E250784}" type="presParOf" srcId="{A955CE13-CD9F-4B84-AC38-E05E386BA7B3}" destId="{16D86A0C-14A2-4720-89F6-4D7F1F8773C0}" srcOrd="0" destOrd="0" presId="urn:microsoft.com/office/officeart/2005/8/layout/StepDownProcess"/>
    <dgm:cxn modelId="{965AAE97-B508-4E9A-8FE4-F047C53BEB20}" type="presParOf" srcId="{A955CE13-CD9F-4B84-AC38-E05E386BA7B3}" destId="{5D798C7D-B962-4C99-9F91-86A7037CB920}" srcOrd="1" destOrd="0" presId="urn:microsoft.com/office/officeart/2005/8/layout/StepDownProcess"/>
    <dgm:cxn modelId="{B848B872-6DE6-48EB-B6CB-5F6DA022E208}" type="presParOf" srcId="{A955CE13-CD9F-4B84-AC38-E05E386BA7B3}" destId="{47A48ACA-E45A-45BC-9239-7918CC99B0C5}" srcOrd="2" destOrd="0" presId="urn:microsoft.com/office/officeart/2005/8/layout/StepDownProcess"/>
    <dgm:cxn modelId="{25C434DE-9FCE-4788-9019-2271150D5C15}" type="presParOf" srcId="{C4F255BA-BAA0-4A33-B052-11CA0A616E10}" destId="{87D8E3DD-7704-47BC-9EA1-4EF45A94E69F}" srcOrd="1" destOrd="0" presId="urn:microsoft.com/office/officeart/2005/8/layout/StepDownProcess"/>
    <dgm:cxn modelId="{C1A0FC40-56CF-4348-8DEA-E34572CD1792}" type="presParOf" srcId="{C4F255BA-BAA0-4A33-B052-11CA0A616E10}" destId="{A1ED4B70-84E6-4D2F-8692-0A8C13622702}" srcOrd="2" destOrd="0" presId="urn:microsoft.com/office/officeart/2005/8/layout/StepDownProcess"/>
    <dgm:cxn modelId="{90173005-2563-442A-AE1B-12A5CDEB01A3}" type="presParOf" srcId="{A1ED4B70-84E6-4D2F-8692-0A8C13622702}" destId="{5FE75B9C-A6B1-42BB-AEB7-B390270A9B96}" srcOrd="0" destOrd="0" presId="urn:microsoft.com/office/officeart/2005/8/layout/StepDownProcess"/>
    <dgm:cxn modelId="{C87A879E-A96D-4EAF-BA32-68344EFEED09}" type="presParOf" srcId="{A1ED4B70-84E6-4D2F-8692-0A8C13622702}" destId="{DC3962E0-636A-4A58-AED7-E6853588906D}" srcOrd="1" destOrd="0" presId="urn:microsoft.com/office/officeart/2005/8/layout/StepDownProcess"/>
    <dgm:cxn modelId="{D7926042-68F1-4F8E-8005-87300496B106}" type="presParOf" srcId="{A1ED4B70-84E6-4D2F-8692-0A8C13622702}" destId="{5E13A156-3F29-4610-A3D0-8B3DCDEA9196}" srcOrd="2" destOrd="0" presId="urn:microsoft.com/office/officeart/2005/8/layout/StepDownProcess"/>
    <dgm:cxn modelId="{0E925BF0-A2F0-4A6C-A991-576E511929A2}" type="presParOf" srcId="{C4F255BA-BAA0-4A33-B052-11CA0A616E10}" destId="{A299FB18-EC28-4684-ABD1-60A261E90B04}" srcOrd="3" destOrd="0" presId="urn:microsoft.com/office/officeart/2005/8/layout/StepDownProcess"/>
    <dgm:cxn modelId="{3F61E910-B81C-4A72-BF3F-B8B48810C250}" type="presParOf" srcId="{C4F255BA-BAA0-4A33-B052-11CA0A616E10}" destId="{023D9D3A-D9C6-441E-A177-21C6B6E3D6E2}" srcOrd="4" destOrd="0" presId="urn:microsoft.com/office/officeart/2005/8/layout/StepDownProcess"/>
    <dgm:cxn modelId="{6A50D78F-7B0F-45DC-8913-ED6D4A48C6D1}" type="presParOf" srcId="{023D9D3A-D9C6-441E-A177-21C6B6E3D6E2}" destId="{A1BFF162-8C1B-4FD1-96D2-CB203E8C4C4F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205AB8-5182-44E7-88B6-A1CC4C08625A}" type="doc">
      <dgm:prSet loTypeId="urn:microsoft.com/office/officeart/2005/8/layout/radial6" loCatId="cycle" qsTypeId="urn:microsoft.com/office/officeart/2005/8/quickstyle/3d2" qsCatId="3D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5DB69A91-2C4E-49C1-85E8-94C9A54F2586}">
      <dgm:prSet phldrT="[Texte]"/>
      <dgm:spPr/>
      <dgm:t>
        <a:bodyPr/>
        <a:lstStyle/>
        <a:p>
          <a:r>
            <a:rPr lang="en-US" b="1" dirty="0" err="1"/>
            <a:t>Présentation</a:t>
          </a:r>
          <a:endParaRPr lang="en-US" dirty="0"/>
        </a:p>
      </dgm:t>
    </dgm:pt>
    <dgm:pt modelId="{A4224ED4-452F-4015-B33F-D24C480957A3}" type="parTrans" cxnId="{7598BC6C-1D29-4540-918A-DE55BD1BD900}">
      <dgm:prSet/>
      <dgm:spPr/>
      <dgm:t>
        <a:bodyPr/>
        <a:lstStyle/>
        <a:p>
          <a:endParaRPr lang="en-US"/>
        </a:p>
      </dgm:t>
    </dgm:pt>
    <dgm:pt modelId="{49B6EC0D-CC99-4169-919F-C765D4E4CCE9}" type="sibTrans" cxnId="{7598BC6C-1D29-4540-918A-DE55BD1BD900}">
      <dgm:prSet/>
      <dgm:spPr/>
      <dgm:t>
        <a:bodyPr/>
        <a:lstStyle/>
        <a:p>
          <a:endParaRPr lang="en-US"/>
        </a:p>
      </dgm:t>
    </dgm:pt>
    <dgm:pt modelId="{D11037A5-02C5-4189-8F6F-727677A811EA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noProof="0" dirty="0">
              <a:latin typeface="Californian FB" panose="0207040306080B030204" pitchFamily="18" charset="0"/>
            </a:rPr>
            <a:t>Contexte : Système </a:t>
          </a:r>
          <a:r>
            <a:rPr lang="fr-BE" sz="1600" b="1" noProof="0" dirty="0" err="1">
              <a:latin typeface="Californian FB" panose="0207040306080B030204" pitchFamily="18" charset="0"/>
            </a:rPr>
            <a:t>reporting</a:t>
          </a:r>
          <a:r>
            <a:rPr lang="fr-BE" sz="1600" b="1" noProof="0" dirty="0">
              <a:latin typeface="Californian FB" panose="0207040306080B030204" pitchFamily="18" charset="0"/>
            </a:rPr>
            <a:t> audit et </a:t>
          </a:r>
          <a:r>
            <a:rPr lang="fr-BE" sz="1600" b="1" noProof="0" dirty="0" err="1">
              <a:latin typeface="Californian FB" panose="0207040306080B030204" pitchFamily="18" charset="0"/>
            </a:rPr>
            <a:t>adminnistration</a:t>
          </a:r>
          <a:r>
            <a:rPr lang="fr-BE" sz="1600" b="1" noProof="0" dirty="0">
              <a:latin typeface="Californian FB" panose="0207040306080B030204" pitchFamily="18" charset="0"/>
            </a:rPr>
            <a:t> </a:t>
          </a:r>
        </a:p>
      </dgm:t>
    </dgm:pt>
    <dgm:pt modelId="{C944BD56-09FD-4E34-B221-B1CEA7E79314}" type="parTrans" cxnId="{22A91FE0-EB73-4A9F-B35A-89268C2322B8}">
      <dgm:prSet/>
      <dgm:spPr/>
      <dgm:t>
        <a:bodyPr/>
        <a:lstStyle/>
        <a:p>
          <a:endParaRPr lang="en-US"/>
        </a:p>
      </dgm:t>
    </dgm:pt>
    <dgm:pt modelId="{EAF75219-52C3-46D3-B05E-A23D86A9DD7F}" type="sibTrans" cxnId="{22A91FE0-EB73-4A9F-B35A-89268C2322B8}">
      <dgm:prSet/>
      <dgm:spPr/>
      <dgm:t>
        <a:bodyPr/>
        <a:lstStyle/>
        <a:p>
          <a:endParaRPr lang="en-US"/>
        </a:p>
      </dgm:t>
    </dgm:pt>
    <dgm:pt modelId="{38601C75-6F1F-47C6-B6B0-C4974BDF10C7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dirty="0">
              <a:latin typeface="Californian FB" panose="0207040306080B030204" pitchFamily="18" charset="0"/>
            </a:rPr>
            <a:t>Intégration des opérations financières de base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C1DC604D-A64F-4C80-B68C-51E5A65D7C61}" type="parTrans" cxnId="{1180C332-FDB1-4A26-B1F3-620A774F7E88}">
      <dgm:prSet/>
      <dgm:spPr/>
      <dgm:t>
        <a:bodyPr/>
        <a:lstStyle/>
        <a:p>
          <a:endParaRPr lang="en-US"/>
        </a:p>
      </dgm:t>
    </dgm:pt>
    <dgm:pt modelId="{EDB409D4-F4F2-4F0D-BF85-910A824A7A82}" type="sibTrans" cxnId="{1180C332-FDB1-4A26-B1F3-620A774F7E88}">
      <dgm:prSet/>
      <dgm:spPr/>
      <dgm:t>
        <a:bodyPr/>
        <a:lstStyle/>
        <a:p>
          <a:endParaRPr lang="en-US"/>
        </a:p>
      </dgm:t>
    </dgm:pt>
    <dgm:pt modelId="{4A244E7C-DF94-4216-9C5F-F2F38A706171}">
      <dgm:prSet phldrT="[Texte]" custT="1"/>
      <dgm:spPr/>
      <dgm:t>
        <a:bodyPr/>
        <a:lstStyle/>
        <a:p>
          <a:r>
            <a:rPr lang="en-US" sz="1600" b="1" dirty="0" err="1">
              <a:latin typeface="Californian FB" panose="0207040306080B030204" pitchFamily="18" charset="0"/>
            </a:rPr>
            <a:t>Ajout</a:t>
          </a:r>
          <a:r>
            <a:rPr lang="en-US" sz="1600" b="1" dirty="0">
              <a:latin typeface="Californian FB" panose="0207040306080B030204" pitchFamily="18" charset="0"/>
            </a:rPr>
            <a:t> d’un </a:t>
          </a:r>
          <a:r>
            <a:rPr lang="en-US" sz="1600" b="1" dirty="0" err="1">
              <a:latin typeface="Californian FB" panose="0207040306080B030204" pitchFamily="18" charset="0"/>
            </a:rPr>
            <a:t>système</a:t>
          </a:r>
          <a:r>
            <a:rPr lang="en-US" sz="1600" b="1" dirty="0">
              <a:latin typeface="Californian FB" panose="0207040306080B030204" pitchFamily="18" charset="0"/>
            </a:rPr>
            <a:t> de reporting</a:t>
          </a:r>
        </a:p>
      </dgm:t>
    </dgm:pt>
    <dgm:pt modelId="{2A3CDD1B-A92E-40DC-BEFC-9DED48E9C2E4}" type="parTrans" cxnId="{80C20743-67FF-447C-B008-24313C0E69DF}">
      <dgm:prSet/>
      <dgm:spPr/>
      <dgm:t>
        <a:bodyPr/>
        <a:lstStyle/>
        <a:p>
          <a:endParaRPr lang="en-US"/>
        </a:p>
      </dgm:t>
    </dgm:pt>
    <dgm:pt modelId="{5B7E1B78-7DE5-483A-BACF-E10E89C26FF3}" type="sibTrans" cxnId="{80C20743-67FF-447C-B008-24313C0E69DF}">
      <dgm:prSet/>
      <dgm:spPr/>
      <dgm:t>
        <a:bodyPr/>
        <a:lstStyle/>
        <a:p>
          <a:endParaRPr lang="en-US"/>
        </a:p>
      </dgm:t>
    </dgm:pt>
    <dgm:pt modelId="{C6447F94-CDF4-4F9F-8D25-8554FF8F23B8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600" b="1" dirty="0" err="1">
              <a:latin typeface="Californian FB" panose="0207040306080B030204" pitchFamily="18" charset="0"/>
            </a:rPr>
            <a:t>Ajout</a:t>
          </a:r>
          <a:r>
            <a:rPr lang="en-US" sz="1600" b="1" dirty="0">
              <a:latin typeface="Californian FB" panose="0207040306080B030204" pitchFamily="18" charset="0"/>
            </a:rPr>
            <a:t> d’un </a:t>
          </a:r>
          <a:r>
            <a:rPr lang="en-US" sz="1600" b="1" dirty="0" err="1">
              <a:latin typeface="Californian FB" panose="0207040306080B030204" pitchFamily="18" charset="0"/>
            </a:rPr>
            <a:t>système</a:t>
          </a:r>
          <a:r>
            <a:rPr lang="en-US" sz="1600" b="1" dirty="0">
              <a:latin typeface="Californian FB" panose="0207040306080B030204" pitchFamily="18" charset="0"/>
            </a:rPr>
            <a:t> </a:t>
          </a:r>
          <a:r>
            <a:rPr lang="en-US" sz="1600" b="1" dirty="0" err="1">
              <a:latin typeface="Californian FB" panose="0207040306080B030204" pitchFamily="18" charset="0"/>
            </a:rPr>
            <a:t>d’audit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ADD19AE8-FE95-4A4F-BD12-5F7A7EC4878D}" type="parTrans" cxnId="{EEE35B18-376D-41D3-9CD4-EE6B75754CDA}">
      <dgm:prSet/>
      <dgm:spPr/>
      <dgm:t>
        <a:bodyPr/>
        <a:lstStyle/>
        <a:p>
          <a:endParaRPr lang="en-US"/>
        </a:p>
      </dgm:t>
    </dgm:pt>
    <dgm:pt modelId="{E06123FE-1588-47A5-9B92-C1C16F92325B}" type="sibTrans" cxnId="{EEE35B18-376D-41D3-9CD4-EE6B75754CDA}">
      <dgm:prSet/>
      <dgm:spPr/>
      <dgm:t>
        <a:bodyPr/>
        <a:lstStyle/>
        <a:p>
          <a:endParaRPr lang="en-US"/>
        </a:p>
      </dgm:t>
    </dgm:pt>
    <dgm:pt modelId="{DE4A604D-52B6-40DF-8B4D-D07BD41218D2}">
      <dgm:prSet custT="1"/>
      <dgm:spPr/>
      <dgm:t>
        <a:bodyPr/>
        <a:lstStyle/>
        <a:p>
          <a:r>
            <a:rPr lang="en-US" sz="1600" b="1" dirty="0" err="1">
              <a:latin typeface="Californian FB" panose="0207040306080B030204" pitchFamily="18" charset="0"/>
            </a:rPr>
            <a:t>Ajout</a:t>
          </a:r>
          <a:r>
            <a:rPr lang="en-US" sz="1600" b="1" dirty="0">
              <a:latin typeface="Californian FB" panose="0207040306080B030204" pitchFamily="18" charset="0"/>
            </a:rPr>
            <a:t> d’un </a:t>
          </a:r>
          <a:r>
            <a:rPr lang="en-US" sz="1600" b="1" dirty="0" err="1">
              <a:latin typeface="Californian FB" panose="0207040306080B030204" pitchFamily="18" charset="0"/>
            </a:rPr>
            <a:t>système</a:t>
          </a:r>
          <a:r>
            <a:rPr lang="en-US" sz="1600" b="1" dirty="0">
              <a:latin typeface="Californian FB" panose="0207040306080B030204" pitchFamily="18" charset="0"/>
            </a:rPr>
            <a:t> </a:t>
          </a:r>
          <a:r>
            <a:rPr lang="en-US" sz="1600" b="1" dirty="0" err="1">
              <a:latin typeface="Californian FB" panose="0207040306080B030204" pitchFamily="18" charset="0"/>
            </a:rPr>
            <a:t>d’administration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38A89512-67EC-4AA2-98BC-4089D6EAFE92}" type="parTrans" cxnId="{F70F4B0E-A2D5-4C2D-B5CB-DE3ACD1BB86E}">
      <dgm:prSet/>
      <dgm:spPr/>
      <dgm:t>
        <a:bodyPr/>
        <a:lstStyle/>
        <a:p>
          <a:endParaRPr lang="en-US"/>
        </a:p>
      </dgm:t>
    </dgm:pt>
    <dgm:pt modelId="{BD2D3682-5A50-4D03-9D7F-30A178433DF9}" type="sibTrans" cxnId="{F70F4B0E-A2D5-4C2D-B5CB-DE3ACD1BB86E}">
      <dgm:prSet/>
      <dgm:spPr/>
      <dgm:t>
        <a:bodyPr/>
        <a:lstStyle/>
        <a:p>
          <a:endParaRPr lang="en-US"/>
        </a:p>
      </dgm:t>
    </dgm:pt>
    <dgm:pt modelId="{431906B0-71F7-470D-82A7-468359D456F8}" type="pres">
      <dgm:prSet presAssocID="{52205AB8-5182-44E7-88B6-A1CC4C08625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FF427FD-2CBB-4D09-A866-E07B241E85AD}" type="pres">
      <dgm:prSet presAssocID="{5DB69A91-2C4E-49C1-85E8-94C9A54F2586}" presName="centerShape" presStyleLbl="node0" presStyleIdx="0" presStyleCnt="1"/>
      <dgm:spPr/>
    </dgm:pt>
    <dgm:pt modelId="{87BA1FA1-B49A-4524-B63A-430B0A10658B}" type="pres">
      <dgm:prSet presAssocID="{D11037A5-02C5-4189-8F6F-727677A811EA}" presName="node" presStyleLbl="node1" presStyleIdx="0" presStyleCnt="5" custScaleX="164302" custRadScaleRad="103240">
        <dgm:presLayoutVars>
          <dgm:bulletEnabled val="1"/>
        </dgm:presLayoutVars>
      </dgm:prSet>
      <dgm:spPr/>
    </dgm:pt>
    <dgm:pt modelId="{528BE855-9C89-4BB3-A557-9E2C2085086B}" type="pres">
      <dgm:prSet presAssocID="{D11037A5-02C5-4189-8F6F-727677A811EA}" presName="dummy" presStyleCnt="0"/>
      <dgm:spPr/>
    </dgm:pt>
    <dgm:pt modelId="{5CAB3454-CBF1-4582-9EF4-47E51CC739C5}" type="pres">
      <dgm:prSet presAssocID="{EAF75219-52C3-46D3-B05E-A23D86A9DD7F}" presName="sibTrans" presStyleLbl="sibTrans2D1" presStyleIdx="0" presStyleCnt="5"/>
      <dgm:spPr/>
    </dgm:pt>
    <dgm:pt modelId="{62B8D817-C3F8-4443-AB55-16D334F81143}" type="pres">
      <dgm:prSet presAssocID="{38601C75-6F1F-47C6-B6B0-C4974BDF10C7}" presName="node" presStyleLbl="node1" presStyleIdx="1" presStyleCnt="5" custScaleX="141957">
        <dgm:presLayoutVars>
          <dgm:bulletEnabled val="1"/>
        </dgm:presLayoutVars>
      </dgm:prSet>
      <dgm:spPr/>
    </dgm:pt>
    <dgm:pt modelId="{A110D30F-DB66-438E-A3E4-00316F21BC1A}" type="pres">
      <dgm:prSet presAssocID="{38601C75-6F1F-47C6-B6B0-C4974BDF10C7}" presName="dummy" presStyleCnt="0"/>
      <dgm:spPr/>
    </dgm:pt>
    <dgm:pt modelId="{1E706D69-6B99-47DF-BBA8-591020DD7AA0}" type="pres">
      <dgm:prSet presAssocID="{EDB409D4-F4F2-4F0D-BF85-910A824A7A82}" presName="sibTrans" presStyleLbl="sibTrans2D1" presStyleIdx="1" presStyleCnt="5" custScaleX="101922" custLinFactNeighborY="724"/>
      <dgm:spPr/>
    </dgm:pt>
    <dgm:pt modelId="{361C48D3-9AFC-4D74-AF69-F73223B4C067}" type="pres">
      <dgm:prSet presAssocID="{4A244E7C-DF94-4216-9C5F-F2F38A706171}" presName="node" presStyleLbl="node1" presStyleIdx="2" presStyleCnt="5" custScaleX="141957">
        <dgm:presLayoutVars>
          <dgm:bulletEnabled val="1"/>
        </dgm:presLayoutVars>
      </dgm:prSet>
      <dgm:spPr/>
    </dgm:pt>
    <dgm:pt modelId="{D08B2255-ACF3-4EBB-9335-A0DEBAEFD984}" type="pres">
      <dgm:prSet presAssocID="{4A244E7C-DF94-4216-9C5F-F2F38A706171}" presName="dummy" presStyleCnt="0"/>
      <dgm:spPr/>
    </dgm:pt>
    <dgm:pt modelId="{084CFEE1-50F7-435D-9D41-C28AD562A5B9}" type="pres">
      <dgm:prSet presAssocID="{5B7E1B78-7DE5-483A-BACF-E10E89C26FF3}" presName="sibTrans" presStyleLbl="sibTrans2D1" presStyleIdx="2" presStyleCnt="5"/>
      <dgm:spPr/>
    </dgm:pt>
    <dgm:pt modelId="{1125628D-64C0-4904-993D-E752AB818053}" type="pres">
      <dgm:prSet presAssocID="{C6447F94-CDF4-4F9F-8D25-8554FF8F23B8}" presName="node" presStyleLbl="node1" presStyleIdx="3" presStyleCnt="5" custScaleX="141957">
        <dgm:presLayoutVars>
          <dgm:bulletEnabled val="1"/>
        </dgm:presLayoutVars>
      </dgm:prSet>
      <dgm:spPr/>
    </dgm:pt>
    <dgm:pt modelId="{FAAA59A2-C85A-47AB-8B32-CFC98C0A981C}" type="pres">
      <dgm:prSet presAssocID="{C6447F94-CDF4-4F9F-8D25-8554FF8F23B8}" presName="dummy" presStyleCnt="0"/>
      <dgm:spPr/>
    </dgm:pt>
    <dgm:pt modelId="{128366FB-67E9-42B5-95B4-EB60CE8DFA54}" type="pres">
      <dgm:prSet presAssocID="{E06123FE-1588-47A5-9B92-C1C16F92325B}" presName="sibTrans" presStyleLbl="sibTrans2D1" presStyleIdx="3" presStyleCnt="5"/>
      <dgm:spPr/>
    </dgm:pt>
    <dgm:pt modelId="{8B3E301A-5F10-4CB7-8EB1-272DEBC0D195}" type="pres">
      <dgm:prSet presAssocID="{DE4A604D-52B6-40DF-8B4D-D07BD41218D2}" presName="node" presStyleLbl="node1" presStyleIdx="4" presStyleCnt="5" custScaleX="141957">
        <dgm:presLayoutVars>
          <dgm:bulletEnabled val="1"/>
        </dgm:presLayoutVars>
      </dgm:prSet>
      <dgm:spPr/>
    </dgm:pt>
    <dgm:pt modelId="{C8761C1D-F03D-4B6C-AF45-1B1AE3B5D949}" type="pres">
      <dgm:prSet presAssocID="{DE4A604D-52B6-40DF-8B4D-D07BD41218D2}" presName="dummy" presStyleCnt="0"/>
      <dgm:spPr/>
    </dgm:pt>
    <dgm:pt modelId="{CF453C96-9FC3-4D43-A65E-E5A125472EA1}" type="pres">
      <dgm:prSet presAssocID="{BD2D3682-5A50-4D03-9D7F-30A178433DF9}" presName="sibTrans" presStyleLbl="sibTrans2D1" presStyleIdx="4" presStyleCnt="5"/>
      <dgm:spPr/>
    </dgm:pt>
  </dgm:ptLst>
  <dgm:cxnLst>
    <dgm:cxn modelId="{F70F4B0E-A2D5-4C2D-B5CB-DE3ACD1BB86E}" srcId="{5DB69A91-2C4E-49C1-85E8-94C9A54F2586}" destId="{DE4A604D-52B6-40DF-8B4D-D07BD41218D2}" srcOrd="4" destOrd="0" parTransId="{38A89512-67EC-4AA2-98BC-4089D6EAFE92}" sibTransId="{BD2D3682-5A50-4D03-9D7F-30A178433DF9}"/>
    <dgm:cxn modelId="{EEE35B18-376D-41D3-9CD4-EE6B75754CDA}" srcId="{5DB69A91-2C4E-49C1-85E8-94C9A54F2586}" destId="{C6447F94-CDF4-4F9F-8D25-8554FF8F23B8}" srcOrd="3" destOrd="0" parTransId="{ADD19AE8-FE95-4A4F-BD12-5F7A7EC4878D}" sibTransId="{E06123FE-1588-47A5-9B92-C1C16F92325B}"/>
    <dgm:cxn modelId="{43BBDF1B-864C-4FC7-976C-420BE170D495}" type="presOf" srcId="{EAF75219-52C3-46D3-B05E-A23D86A9DD7F}" destId="{5CAB3454-CBF1-4582-9EF4-47E51CC739C5}" srcOrd="0" destOrd="0" presId="urn:microsoft.com/office/officeart/2005/8/layout/radial6"/>
    <dgm:cxn modelId="{F4FE832A-FD53-42D1-8D54-0BA71FA64CA7}" type="presOf" srcId="{C6447F94-CDF4-4F9F-8D25-8554FF8F23B8}" destId="{1125628D-64C0-4904-993D-E752AB818053}" srcOrd="0" destOrd="0" presId="urn:microsoft.com/office/officeart/2005/8/layout/radial6"/>
    <dgm:cxn modelId="{1180C332-FDB1-4A26-B1F3-620A774F7E88}" srcId="{5DB69A91-2C4E-49C1-85E8-94C9A54F2586}" destId="{38601C75-6F1F-47C6-B6B0-C4974BDF10C7}" srcOrd="1" destOrd="0" parTransId="{C1DC604D-A64F-4C80-B68C-51E5A65D7C61}" sibTransId="{EDB409D4-F4F2-4F0D-BF85-910A824A7A82}"/>
    <dgm:cxn modelId="{10C83D39-F1A8-4939-851B-C817C8A8825E}" type="presOf" srcId="{5B7E1B78-7DE5-483A-BACF-E10E89C26FF3}" destId="{084CFEE1-50F7-435D-9D41-C28AD562A5B9}" srcOrd="0" destOrd="0" presId="urn:microsoft.com/office/officeart/2005/8/layout/radial6"/>
    <dgm:cxn modelId="{BCA2AD3F-F1F3-4102-BE50-225B4FD22632}" type="presOf" srcId="{4A244E7C-DF94-4216-9C5F-F2F38A706171}" destId="{361C48D3-9AFC-4D74-AF69-F73223B4C067}" srcOrd="0" destOrd="0" presId="urn:microsoft.com/office/officeart/2005/8/layout/radial6"/>
    <dgm:cxn modelId="{80C20743-67FF-447C-B008-24313C0E69DF}" srcId="{5DB69A91-2C4E-49C1-85E8-94C9A54F2586}" destId="{4A244E7C-DF94-4216-9C5F-F2F38A706171}" srcOrd="2" destOrd="0" parTransId="{2A3CDD1B-A92E-40DC-BEFC-9DED48E9C2E4}" sibTransId="{5B7E1B78-7DE5-483A-BACF-E10E89C26FF3}"/>
    <dgm:cxn modelId="{7598BC6C-1D29-4540-918A-DE55BD1BD900}" srcId="{52205AB8-5182-44E7-88B6-A1CC4C08625A}" destId="{5DB69A91-2C4E-49C1-85E8-94C9A54F2586}" srcOrd="0" destOrd="0" parTransId="{A4224ED4-452F-4015-B33F-D24C480957A3}" sibTransId="{49B6EC0D-CC99-4169-919F-C765D4E4CCE9}"/>
    <dgm:cxn modelId="{89A3234F-9FAF-4C3E-8A84-368A489CCA0C}" type="presOf" srcId="{52205AB8-5182-44E7-88B6-A1CC4C08625A}" destId="{431906B0-71F7-470D-82A7-468359D456F8}" srcOrd="0" destOrd="0" presId="urn:microsoft.com/office/officeart/2005/8/layout/radial6"/>
    <dgm:cxn modelId="{3AF13257-A780-497F-B3F6-DFB594E2519C}" type="presOf" srcId="{38601C75-6F1F-47C6-B6B0-C4974BDF10C7}" destId="{62B8D817-C3F8-4443-AB55-16D334F81143}" srcOrd="0" destOrd="0" presId="urn:microsoft.com/office/officeart/2005/8/layout/radial6"/>
    <dgm:cxn modelId="{7D9DB1C6-EDB8-45C0-ACB6-7DA3B0FC36E2}" type="presOf" srcId="{5DB69A91-2C4E-49C1-85E8-94C9A54F2586}" destId="{AFF427FD-2CBB-4D09-A866-E07B241E85AD}" srcOrd="0" destOrd="0" presId="urn:microsoft.com/office/officeart/2005/8/layout/radial6"/>
    <dgm:cxn modelId="{F7F279CA-2B70-4E19-B5AE-2042258BE046}" type="presOf" srcId="{E06123FE-1588-47A5-9B92-C1C16F92325B}" destId="{128366FB-67E9-42B5-95B4-EB60CE8DFA54}" srcOrd="0" destOrd="0" presId="urn:microsoft.com/office/officeart/2005/8/layout/radial6"/>
    <dgm:cxn modelId="{22A91FE0-EB73-4A9F-B35A-89268C2322B8}" srcId="{5DB69A91-2C4E-49C1-85E8-94C9A54F2586}" destId="{D11037A5-02C5-4189-8F6F-727677A811EA}" srcOrd="0" destOrd="0" parTransId="{C944BD56-09FD-4E34-B221-B1CEA7E79314}" sibTransId="{EAF75219-52C3-46D3-B05E-A23D86A9DD7F}"/>
    <dgm:cxn modelId="{942FB9E5-1455-49FC-A370-3AA1F9E3D22D}" type="presOf" srcId="{D11037A5-02C5-4189-8F6F-727677A811EA}" destId="{87BA1FA1-B49A-4524-B63A-430B0A10658B}" srcOrd="0" destOrd="0" presId="urn:microsoft.com/office/officeart/2005/8/layout/radial6"/>
    <dgm:cxn modelId="{789FF6E6-68CC-4940-894C-5514762B6960}" type="presOf" srcId="{EDB409D4-F4F2-4F0D-BF85-910A824A7A82}" destId="{1E706D69-6B99-47DF-BBA8-591020DD7AA0}" srcOrd="0" destOrd="0" presId="urn:microsoft.com/office/officeart/2005/8/layout/radial6"/>
    <dgm:cxn modelId="{32D03CF6-F120-407D-8088-87B5304D778F}" type="presOf" srcId="{BD2D3682-5A50-4D03-9D7F-30A178433DF9}" destId="{CF453C96-9FC3-4D43-A65E-E5A125472EA1}" srcOrd="0" destOrd="0" presId="urn:microsoft.com/office/officeart/2005/8/layout/radial6"/>
    <dgm:cxn modelId="{9C37FBFC-7672-4DE4-88CA-B23BC81B4C4D}" type="presOf" srcId="{DE4A604D-52B6-40DF-8B4D-D07BD41218D2}" destId="{8B3E301A-5F10-4CB7-8EB1-272DEBC0D195}" srcOrd="0" destOrd="0" presId="urn:microsoft.com/office/officeart/2005/8/layout/radial6"/>
    <dgm:cxn modelId="{B203B269-B41E-4FBE-AD46-9A45934458A6}" type="presParOf" srcId="{431906B0-71F7-470D-82A7-468359D456F8}" destId="{AFF427FD-2CBB-4D09-A866-E07B241E85AD}" srcOrd="0" destOrd="0" presId="urn:microsoft.com/office/officeart/2005/8/layout/radial6"/>
    <dgm:cxn modelId="{C8E6BDE1-62A1-4D22-B5D1-9995FD00753D}" type="presParOf" srcId="{431906B0-71F7-470D-82A7-468359D456F8}" destId="{87BA1FA1-B49A-4524-B63A-430B0A10658B}" srcOrd="1" destOrd="0" presId="urn:microsoft.com/office/officeart/2005/8/layout/radial6"/>
    <dgm:cxn modelId="{E7081208-3F69-43D0-86CE-350C63D0DA44}" type="presParOf" srcId="{431906B0-71F7-470D-82A7-468359D456F8}" destId="{528BE855-9C89-4BB3-A557-9E2C2085086B}" srcOrd="2" destOrd="0" presId="urn:microsoft.com/office/officeart/2005/8/layout/radial6"/>
    <dgm:cxn modelId="{14FAF6F2-83BF-4DF0-A119-046CB634C37E}" type="presParOf" srcId="{431906B0-71F7-470D-82A7-468359D456F8}" destId="{5CAB3454-CBF1-4582-9EF4-47E51CC739C5}" srcOrd="3" destOrd="0" presId="urn:microsoft.com/office/officeart/2005/8/layout/radial6"/>
    <dgm:cxn modelId="{C9855F4E-2DE8-4A6C-9DDE-5D35179EA557}" type="presParOf" srcId="{431906B0-71F7-470D-82A7-468359D456F8}" destId="{62B8D817-C3F8-4443-AB55-16D334F81143}" srcOrd="4" destOrd="0" presId="urn:microsoft.com/office/officeart/2005/8/layout/radial6"/>
    <dgm:cxn modelId="{1ABF1DF3-A39B-4E5A-B98B-DC5DDFC5C972}" type="presParOf" srcId="{431906B0-71F7-470D-82A7-468359D456F8}" destId="{A110D30F-DB66-438E-A3E4-00316F21BC1A}" srcOrd="5" destOrd="0" presId="urn:microsoft.com/office/officeart/2005/8/layout/radial6"/>
    <dgm:cxn modelId="{518748C3-266D-4454-A5B8-AF8A393BEE95}" type="presParOf" srcId="{431906B0-71F7-470D-82A7-468359D456F8}" destId="{1E706D69-6B99-47DF-BBA8-591020DD7AA0}" srcOrd="6" destOrd="0" presId="urn:microsoft.com/office/officeart/2005/8/layout/radial6"/>
    <dgm:cxn modelId="{A874499F-2F1B-4544-A096-F8792DA4AB83}" type="presParOf" srcId="{431906B0-71F7-470D-82A7-468359D456F8}" destId="{361C48D3-9AFC-4D74-AF69-F73223B4C067}" srcOrd="7" destOrd="0" presId="urn:microsoft.com/office/officeart/2005/8/layout/radial6"/>
    <dgm:cxn modelId="{02A4EFEC-9D23-43B8-BA22-24EEB4BDB34C}" type="presParOf" srcId="{431906B0-71F7-470D-82A7-468359D456F8}" destId="{D08B2255-ACF3-4EBB-9335-A0DEBAEFD984}" srcOrd="8" destOrd="0" presId="urn:microsoft.com/office/officeart/2005/8/layout/radial6"/>
    <dgm:cxn modelId="{0C1679E6-641C-4CCE-8EFD-5094C0E83C13}" type="presParOf" srcId="{431906B0-71F7-470D-82A7-468359D456F8}" destId="{084CFEE1-50F7-435D-9D41-C28AD562A5B9}" srcOrd="9" destOrd="0" presId="urn:microsoft.com/office/officeart/2005/8/layout/radial6"/>
    <dgm:cxn modelId="{FD1DCF3C-A4F7-45F2-9423-95589AC02B19}" type="presParOf" srcId="{431906B0-71F7-470D-82A7-468359D456F8}" destId="{1125628D-64C0-4904-993D-E752AB818053}" srcOrd="10" destOrd="0" presId="urn:microsoft.com/office/officeart/2005/8/layout/radial6"/>
    <dgm:cxn modelId="{B0498A5E-132E-4DD0-AC51-F09487DD5D13}" type="presParOf" srcId="{431906B0-71F7-470D-82A7-468359D456F8}" destId="{FAAA59A2-C85A-47AB-8B32-CFC98C0A981C}" srcOrd="11" destOrd="0" presId="urn:microsoft.com/office/officeart/2005/8/layout/radial6"/>
    <dgm:cxn modelId="{C0A4E4A1-C049-418A-BBC7-2FCD60E901BA}" type="presParOf" srcId="{431906B0-71F7-470D-82A7-468359D456F8}" destId="{128366FB-67E9-42B5-95B4-EB60CE8DFA54}" srcOrd="12" destOrd="0" presId="urn:microsoft.com/office/officeart/2005/8/layout/radial6"/>
    <dgm:cxn modelId="{34B344F3-2C39-45F2-AF9B-E479BDC8A819}" type="presParOf" srcId="{431906B0-71F7-470D-82A7-468359D456F8}" destId="{8B3E301A-5F10-4CB7-8EB1-272DEBC0D195}" srcOrd="13" destOrd="0" presId="urn:microsoft.com/office/officeart/2005/8/layout/radial6"/>
    <dgm:cxn modelId="{45E376EE-2539-4E0F-8765-02B9AD78F34F}" type="presParOf" srcId="{431906B0-71F7-470D-82A7-468359D456F8}" destId="{C8761C1D-F03D-4B6C-AF45-1B1AE3B5D949}" srcOrd="14" destOrd="0" presId="urn:microsoft.com/office/officeart/2005/8/layout/radial6"/>
    <dgm:cxn modelId="{58010726-A491-41FD-B1F5-767AD7F2F144}" type="presParOf" srcId="{431906B0-71F7-470D-82A7-468359D456F8}" destId="{CF453C96-9FC3-4D43-A65E-E5A125472EA1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F5E2B6-D156-49C1-BC31-E1C347619451}" type="doc">
      <dgm:prSet loTypeId="urn:microsoft.com/office/officeart/2005/8/layout/radial6" loCatId="cycle" qsTypeId="urn:microsoft.com/office/officeart/2005/8/quickstyle/3d2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BFD0D78F-084B-4545-A3E0-DF621CC9995B}">
      <dgm:prSet phldrT="[Texte]"/>
      <dgm:spPr/>
      <dgm:t>
        <a:bodyPr/>
        <a:lstStyle/>
        <a:p>
          <a:r>
            <a:rPr lang="en-US" b="1" dirty="0" err="1"/>
            <a:t>Objectifs</a:t>
          </a:r>
          <a:endParaRPr lang="en-US" dirty="0"/>
        </a:p>
      </dgm:t>
    </dgm:pt>
    <dgm:pt modelId="{CCAAE2A0-FEBB-4924-8B7F-FA35E27227D1}" type="parTrans" cxnId="{9D266E2E-BE06-4D1B-B2AE-5260A733340F}">
      <dgm:prSet/>
      <dgm:spPr/>
      <dgm:t>
        <a:bodyPr/>
        <a:lstStyle/>
        <a:p>
          <a:endParaRPr lang="en-US"/>
        </a:p>
      </dgm:t>
    </dgm:pt>
    <dgm:pt modelId="{622CD0A2-F3D0-477A-BA2D-DADF1D26359D}" type="sibTrans" cxnId="{9D266E2E-BE06-4D1B-B2AE-5260A733340F}">
      <dgm:prSet/>
      <dgm:spPr/>
      <dgm:t>
        <a:bodyPr/>
        <a:lstStyle/>
        <a:p>
          <a:endParaRPr lang="en-US"/>
        </a:p>
      </dgm:t>
    </dgm:pt>
    <dgm:pt modelId="{CACF7E88-57EC-4245-91F2-A80A10900D97}">
      <dgm:prSet phldrT="[Texte]" custT="1"/>
      <dgm:spPr/>
      <dgm:t>
        <a:bodyPr/>
        <a:lstStyle/>
        <a:p>
          <a:r>
            <a:rPr lang="fr-BE" sz="1600" b="1" dirty="0">
              <a:latin typeface="Californian FB" panose="0207040306080B030204" pitchFamily="18" charset="0"/>
            </a:rPr>
            <a:t>Répondre aux limites des Système  classiques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7FD415A2-3C47-444E-9033-D946DE2450A7}" type="parTrans" cxnId="{0DE54ADF-9FB1-4B6E-8595-299BE6ABAB2E}">
      <dgm:prSet/>
      <dgm:spPr/>
      <dgm:t>
        <a:bodyPr/>
        <a:lstStyle/>
        <a:p>
          <a:endParaRPr lang="en-US"/>
        </a:p>
      </dgm:t>
    </dgm:pt>
    <dgm:pt modelId="{CAFF1869-C8B7-42F2-95F4-CDF4A90D30F4}" type="sibTrans" cxnId="{0DE54ADF-9FB1-4B6E-8595-299BE6ABAB2E}">
      <dgm:prSet/>
      <dgm:spPr/>
      <dgm:t>
        <a:bodyPr/>
        <a:lstStyle/>
        <a:p>
          <a:endParaRPr lang="en-US"/>
        </a:p>
      </dgm:t>
    </dgm:pt>
    <dgm:pt modelId="{DEBCB636-0DCD-445A-9DB8-9BC6778EF932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dirty="0">
              <a:latin typeface="Californian FB" panose="0207040306080B030204" pitchFamily="18" charset="0"/>
            </a:rPr>
            <a:t>Mieux gérer les utilisateurs et les rôles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0F079A73-8338-4DC2-9A0B-11ED39FC1456}" type="parTrans" cxnId="{6D4EA573-79AF-4511-B3A2-4E29DCAA7C1D}">
      <dgm:prSet/>
      <dgm:spPr/>
      <dgm:t>
        <a:bodyPr/>
        <a:lstStyle/>
        <a:p>
          <a:endParaRPr lang="en-US"/>
        </a:p>
      </dgm:t>
    </dgm:pt>
    <dgm:pt modelId="{DC1D7042-DA7F-4135-B6BA-4BFC5555B742}" type="sibTrans" cxnId="{6D4EA573-79AF-4511-B3A2-4E29DCAA7C1D}">
      <dgm:prSet/>
      <dgm:spPr/>
      <dgm:t>
        <a:bodyPr/>
        <a:lstStyle/>
        <a:p>
          <a:endParaRPr lang="en-US"/>
        </a:p>
      </dgm:t>
    </dgm:pt>
    <dgm:pt modelId="{EAB48AC2-498C-4D75-A499-A2383ADFF7ED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FR" sz="1600" b="1" noProof="0" dirty="0">
              <a:latin typeface="Californian FB" panose="0207040306080B030204" pitchFamily="18" charset="0"/>
            </a:rPr>
            <a:t>Sécuriser</a:t>
          </a:r>
          <a:r>
            <a:rPr lang="en-US" sz="1600" b="1" dirty="0">
              <a:latin typeface="Californian FB" panose="0207040306080B030204" pitchFamily="18" charset="0"/>
            </a:rPr>
            <a:t> les transactions </a:t>
          </a:r>
          <a:r>
            <a:rPr lang="en-US" sz="1600" b="1" dirty="0" err="1">
              <a:latin typeface="Californian FB" panose="0207040306080B030204" pitchFamily="18" charset="0"/>
            </a:rPr>
            <a:t>financières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82894D0F-13B1-412E-84E7-326A0AEB2E12}" type="parTrans" cxnId="{83F95FE5-C2A5-44FE-A297-22B7BE73C657}">
      <dgm:prSet/>
      <dgm:spPr/>
      <dgm:t>
        <a:bodyPr/>
        <a:lstStyle/>
        <a:p>
          <a:endParaRPr lang="en-US"/>
        </a:p>
      </dgm:t>
    </dgm:pt>
    <dgm:pt modelId="{B515E689-FC23-40EE-B02C-958CE56063FD}" type="sibTrans" cxnId="{83F95FE5-C2A5-44FE-A297-22B7BE73C657}">
      <dgm:prSet/>
      <dgm:spPr/>
      <dgm:t>
        <a:bodyPr/>
        <a:lstStyle/>
        <a:p>
          <a:endParaRPr lang="en-US"/>
        </a:p>
      </dgm:t>
    </dgm:pt>
    <dgm:pt modelId="{DB734F07-261D-4B83-AF4D-54B44DC49C30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dirty="0">
              <a:latin typeface="Californian FB" panose="0207040306080B030204" pitchFamily="18" charset="0"/>
            </a:rPr>
            <a:t>Renforcer la traçabilité des actions sensibles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CBFDCD70-63F5-4E1C-A8F0-03337E83AE58}" type="parTrans" cxnId="{E0F04134-00ED-44C8-B82C-8DEC4D8B201F}">
      <dgm:prSet/>
      <dgm:spPr/>
      <dgm:t>
        <a:bodyPr/>
        <a:lstStyle/>
        <a:p>
          <a:endParaRPr lang="en-US"/>
        </a:p>
      </dgm:t>
    </dgm:pt>
    <dgm:pt modelId="{D8AB2659-26B7-4357-B00D-7868CA856F8F}" type="sibTrans" cxnId="{E0F04134-00ED-44C8-B82C-8DEC4D8B201F}">
      <dgm:prSet/>
      <dgm:spPr/>
      <dgm:t>
        <a:bodyPr/>
        <a:lstStyle/>
        <a:p>
          <a:endParaRPr lang="en-US"/>
        </a:p>
      </dgm:t>
    </dgm:pt>
    <dgm:pt modelId="{E9CAE58A-BFDA-4C70-A8AA-593033A4D829}">
      <dgm:prSet custT="1"/>
      <dgm:spPr/>
      <dgm:t>
        <a:bodyPr/>
        <a:lstStyle/>
        <a:p>
          <a:r>
            <a:rPr lang="fr-BE" sz="1600" b="1" dirty="0">
              <a:latin typeface="Californian FB" panose="0207040306080B030204" pitchFamily="18" charset="0"/>
            </a:rPr>
            <a:t>Produire des rapports administratifs et financiers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A9DB2B53-920D-4A68-8FA6-602DE366EF12}" type="parTrans" cxnId="{E9E2F72D-C2C9-449E-BCAB-DC4A0DD1FCE4}">
      <dgm:prSet/>
      <dgm:spPr/>
      <dgm:t>
        <a:bodyPr/>
        <a:lstStyle/>
        <a:p>
          <a:endParaRPr lang="en-US"/>
        </a:p>
      </dgm:t>
    </dgm:pt>
    <dgm:pt modelId="{493D2173-E432-445F-B7D0-91A4C600B162}" type="sibTrans" cxnId="{E9E2F72D-C2C9-449E-BCAB-DC4A0DD1FCE4}">
      <dgm:prSet/>
      <dgm:spPr/>
      <dgm:t>
        <a:bodyPr/>
        <a:lstStyle/>
        <a:p>
          <a:endParaRPr lang="en-US"/>
        </a:p>
      </dgm:t>
    </dgm:pt>
    <dgm:pt modelId="{B319F55A-61E1-4057-839C-47C586C6C95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noProof="0" dirty="0">
              <a:latin typeface="Californian FB" panose="0207040306080B030204" pitchFamily="18" charset="0"/>
            </a:rPr>
            <a:t>Améliorer le contrôle global de la système </a:t>
          </a:r>
        </a:p>
      </dgm:t>
    </dgm:pt>
    <dgm:pt modelId="{461B34CF-18AD-43A9-A04C-E48FD3F6EA2E}" type="parTrans" cxnId="{0AD4CF82-EE59-4337-805A-B63F54AFAAF1}">
      <dgm:prSet/>
      <dgm:spPr/>
      <dgm:t>
        <a:bodyPr/>
        <a:lstStyle/>
        <a:p>
          <a:endParaRPr lang="en-US"/>
        </a:p>
      </dgm:t>
    </dgm:pt>
    <dgm:pt modelId="{A91A99E7-3ADC-4702-B8E3-167D9B0EC2DD}" type="sibTrans" cxnId="{0AD4CF82-EE59-4337-805A-B63F54AFAAF1}">
      <dgm:prSet/>
      <dgm:spPr/>
      <dgm:t>
        <a:bodyPr/>
        <a:lstStyle/>
        <a:p>
          <a:endParaRPr lang="en-US"/>
        </a:p>
      </dgm:t>
    </dgm:pt>
    <dgm:pt modelId="{47D35321-1744-42E1-8B2F-F4EB19F39187}" type="pres">
      <dgm:prSet presAssocID="{22F5E2B6-D156-49C1-BC31-E1C34761945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5F9149A-E45E-4F30-B920-CCC4AF37EAA5}" type="pres">
      <dgm:prSet presAssocID="{BFD0D78F-084B-4545-A3E0-DF621CC9995B}" presName="centerShape" presStyleLbl="node0" presStyleIdx="0" presStyleCnt="1" custScaleX="121624" custScaleY="106836"/>
      <dgm:spPr/>
    </dgm:pt>
    <dgm:pt modelId="{6BF0902A-17DC-41C9-8EAF-1C3C1AF592B8}" type="pres">
      <dgm:prSet presAssocID="{CACF7E88-57EC-4245-91F2-A80A10900D97}" presName="node" presStyleLbl="node1" presStyleIdx="0" presStyleCnt="6" custScaleX="138397" custScaleY="107616" custRadScaleRad="100083" custRadScaleInc="1991">
        <dgm:presLayoutVars>
          <dgm:bulletEnabled val="1"/>
        </dgm:presLayoutVars>
      </dgm:prSet>
      <dgm:spPr/>
    </dgm:pt>
    <dgm:pt modelId="{7DB1FD65-DDB8-469D-9937-B9DF54033EC7}" type="pres">
      <dgm:prSet presAssocID="{CACF7E88-57EC-4245-91F2-A80A10900D97}" presName="dummy" presStyleCnt="0"/>
      <dgm:spPr/>
    </dgm:pt>
    <dgm:pt modelId="{77F53B08-FD55-4DF9-8A6C-42CB42774557}" type="pres">
      <dgm:prSet presAssocID="{CAFF1869-C8B7-42F2-95F4-CDF4A90D30F4}" presName="sibTrans" presStyleLbl="sibTrans2D1" presStyleIdx="0" presStyleCnt="6" custScaleX="144925" custScaleY="106836"/>
      <dgm:spPr/>
    </dgm:pt>
    <dgm:pt modelId="{7AAC5601-0F58-4422-AFDD-E5FCC5402181}" type="pres">
      <dgm:prSet presAssocID="{DEBCB636-0DCD-445A-9DB8-9BC6778EF932}" presName="node" presStyleLbl="node1" presStyleIdx="1" presStyleCnt="6" custScaleX="138397" custScaleY="107616" custRadScaleRad="101035" custRadScaleInc="-5009">
        <dgm:presLayoutVars>
          <dgm:bulletEnabled val="1"/>
        </dgm:presLayoutVars>
      </dgm:prSet>
      <dgm:spPr/>
    </dgm:pt>
    <dgm:pt modelId="{DA6AF544-A2A3-4FCE-9B12-7212D756911F}" type="pres">
      <dgm:prSet presAssocID="{DEBCB636-0DCD-445A-9DB8-9BC6778EF932}" presName="dummy" presStyleCnt="0"/>
      <dgm:spPr/>
    </dgm:pt>
    <dgm:pt modelId="{6B5A8572-B84E-4C54-812F-A2DEA401EFBF}" type="pres">
      <dgm:prSet presAssocID="{DC1D7042-DA7F-4135-B6BA-4BFC5555B742}" presName="sibTrans" presStyleLbl="sibTrans2D1" presStyleIdx="1" presStyleCnt="6" custScaleX="144925" custScaleY="106836" custLinFactNeighborX="340" custLinFactNeighborY="0"/>
      <dgm:spPr/>
    </dgm:pt>
    <dgm:pt modelId="{64996E54-74DD-41F2-BA9E-B448B6D74291}" type="pres">
      <dgm:prSet presAssocID="{EAB48AC2-498C-4D75-A499-A2383ADFF7ED}" presName="node" presStyleLbl="node1" presStyleIdx="2" presStyleCnt="6" custScaleX="138397" custScaleY="107616" custRadScaleRad="98996" custRadScaleInc="-5111">
        <dgm:presLayoutVars>
          <dgm:bulletEnabled val="1"/>
        </dgm:presLayoutVars>
      </dgm:prSet>
      <dgm:spPr/>
    </dgm:pt>
    <dgm:pt modelId="{D468A6BC-6027-42ED-90DB-F4C8AA87D9DC}" type="pres">
      <dgm:prSet presAssocID="{EAB48AC2-498C-4D75-A499-A2383ADFF7ED}" presName="dummy" presStyleCnt="0"/>
      <dgm:spPr/>
    </dgm:pt>
    <dgm:pt modelId="{B16947BF-037D-44BA-B4AB-17A3252EFBF9}" type="pres">
      <dgm:prSet presAssocID="{B515E689-FC23-40EE-B02C-958CE56063FD}" presName="sibTrans" presStyleLbl="sibTrans2D1" presStyleIdx="2" presStyleCnt="6" custScaleX="144925" custScaleY="106836"/>
      <dgm:spPr/>
    </dgm:pt>
    <dgm:pt modelId="{39C5A2CC-72FF-45D9-BC4A-D56FCA81CD85}" type="pres">
      <dgm:prSet presAssocID="{DB734F07-261D-4B83-AF4D-54B44DC49C30}" presName="node" presStyleLbl="node1" presStyleIdx="3" presStyleCnt="6" custScaleX="125010" custScaleY="107616" custRadScaleRad="97883" custRadScaleInc="-2036">
        <dgm:presLayoutVars>
          <dgm:bulletEnabled val="1"/>
        </dgm:presLayoutVars>
      </dgm:prSet>
      <dgm:spPr/>
    </dgm:pt>
    <dgm:pt modelId="{D504687F-9715-46C2-B0E2-89A88B7A0EDA}" type="pres">
      <dgm:prSet presAssocID="{DB734F07-261D-4B83-AF4D-54B44DC49C30}" presName="dummy" presStyleCnt="0"/>
      <dgm:spPr/>
    </dgm:pt>
    <dgm:pt modelId="{E67A8C92-C892-42C2-9472-8456659780C9}" type="pres">
      <dgm:prSet presAssocID="{D8AB2659-26B7-4357-B00D-7868CA856F8F}" presName="sibTrans" presStyleLbl="sibTrans2D1" presStyleIdx="3" presStyleCnt="6" custScaleX="144925" custScaleY="106836"/>
      <dgm:spPr/>
    </dgm:pt>
    <dgm:pt modelId="{3AF03E2E-BDEA-4AB3-A9E6-9B7F442EA8B4}" type="pres">
      <dgm:prSet presAssocID="{E9CAE58A-BFDA-4C70-A8AA-593033A4D829}" presName="node" presStyleLbl="node1" presStyleIdx="4" presStyleCnt="6" custScaleX="138397" custScaleY="107616" custRadScaleRad="99667" custRadScaleInc="-2320">
        <dgm:presLayoutVars>
          <dgm:bulletEnabled val="1"/>
        </dgm:presLayoutVars>
      </dgm:prSet>
      <dgm:spPr/>
    </dgm:pt>
    <dgm:pt modelId="{8F0C3020-1C49-4E4C-A32F-B96B1D2E7283}" type="pres">
      <dgm:prSet presAssocID="{E9CAE58A-BFDA-4C70-A8AA-593033A4D829}" presName="dummy" presStyleCnt="0"/>
      <dgm:spPr/>
    </dgm:pt>
    <dgm:pt modelId="{C1350BAA-BB3C-4B18-B6E5-C4CE0A7F1936}" type="pres">
      <dgm:prSet presAssocID="{493D2173-E432-445F-B7D0-91A4C600B162}" presName="sibTrans" presStyleLbl="sibTrans2D1" presStyleIdx="4" presStyleCnt="6" custScaleX="144925" custScaleY="106836"/>
      <dgm:spPr/>
    </dgm:pt>
    <dgm:pt modelId="{7D0707E8-10FC-47AD-8808-FBAE1CFFF34D}" type="pres">
      <dgm:prSet presAssocID="{B319F55A-61E1-4057-839C-47C586C6C95B}" presName="node" presStyleLbl="node1" presStyleIdx="5" presStyleCnt="6" custScaleX="138397" custScaleY="107616" custRadScaleRad="99439" custRadScaleInc="1204">
        <dgm:presLayoutVars>
          <dgm:bulletEnabled val="1"/>
        </dgm:presLayoutVars>
      </dgm:prSet>
      <dgm:spPr/>
    </dgm:pt>
    <dgm:pt modelId="{E0475A9D-188B-4CF6-B467-789F99126744}" type="pres">
      <dgm:prSet presAssocID="{B319F55A-61E1-4057-839C-47C586C6C95B}" presName="dummy" presStyleCnt="0"/>
      <dgm:spPr/>
    </dgm:pt>
    <dgm:pt modelId="{D56FEB76-24F2-46D0-8868-922D27AC9670}" type="pres">
      <dgm:prSet presAssocID="{A91A99E7-3ADC-4702-B8E3-167D9B0EC2DD}" presName="sibTrans" presStyleLbl="sibTrans2D1" presStyleIdx="5" presStyleCnt="6" custScaleX="144925" custScaleY="106836"/>
      <dgm:spPr/>
    </dgm:pt>
  </dgm:ptLst>
  <dgm:cxnLst>
    <dgm:cxn modelId="{73BFFC01-C3D2-4699-8561-3F03269C34AF}" type="presOf" srcId="{A91A99E7-3ADC-4702-B8E3-167D9B0EC2DD}" destId="{D56FEB76-24F2-46D0-8868-922D27AC9670}" srcOrd="0" destOrd="0" presId="urn:microsoft.com/office/officeart/2005/8/layout/radial6"/>
    <dgm:cxn modelId="{9D2FD10F-4B20-4D6F-8A9A-69593855F215}" type="presOf" srcId="{D8AB2659-26B7-4357-B00D-7868CA856F8F}" destId="{E67A8C92-C892-42C2-9472-8456659780C9}" srcOrd="0" destOrd="0" presId="urn:microsoft.com/office/officeart/2005/8/layout/radial6"/>
    <dgm:cxn modelId="{E9E2F72D-C2C9-449E-BCAB-DC4A0DD1FCE4}" srcId="{BFD0D78F-084B-4545-A3E0-DF621CC9995B}" destId="{E9CAE58A-BFDA-4C70-A8AA-593033A4D829}" srcOrd="4" destOrd="0" parTransId="{A9DB2B53-920D-4A68-8FA6-602DE366EF12}" sibTransId="{493D2173-E432-445F-B7D0-91A4C600B162}"/>
    <dgm:cxn modelId="{9D266E2E-BE06-4D1B-B2AE-5260A733340F}" srcId="{22F5E2B6-D156-49C1-BC31-E1C347619451}" destId="{BFD0D78F-084B-4545-A3E0-DF621CC9995B}" srcOrd="0" destOrd="0" parTransId="{CCAAE2A0-FEBB-4924-8B7F-FA35E27227D1}" sibTransId="{622CD0A2-F3D0-477A-BA2D-DADF1D26359D}"/>
    <dgm:cxn modelId="{E0F04134-00ED-44C8-B82C-8DEC4D8B201F}" srcId="{BFD0D78F-084B-4545-A3E0-DF621CC9995B}" destId="{DB734F07-261D-4B83-AF4D-54B44DC49C30}" srcOrd="3" destOrd="0" parTransId="{CBFDCD70-63F5-4E1C-A8F0-03337E83AE58}" sibTransId="{D8AB2659-26B7-4357-B00D-7868CA856F8F}"/>
    <dgm:cxn modelId="{D000C544-4131-4B93-AF26-AAE3C45A03B0}" type="presOf" srcId="{B515E689-FC23-40EE-B02C-958CE56063FD}" destId="{B16947BF-037D-44BA-B4AB-17A3252EFBF9}" srcOrd="0" destOrd="0" presId="urn:microsoft.com/office/officeart/2005/8/layout/radial6"/>
    <dgm:cxn modelId="{F9842646-3631-4B9D-81DC-A84838D9363E}" type="presOf" srcId="{DEBCB636-0DCD-445A-9DB8-9BC6778EF932}" destId="{7AAC5601-0F58-4422-AFDD-E5FCC5402181}" srcOrd="0" destOrd="0" presId="urn:microsoft.com/office/officeart/2005/8/layout/radial6"/>
    <dgm:cxn modelId="{6D4EA573-79AF-4511-B3A2-4E29DCAA7C1D}" srcId="{BFD0D78F-084B-4545-A3E0-DF621CC9995B}" destId="{DEBCB636-0DCD-445A-9DB8-9BC6778EF932}" srcOrd="1" destOrd="0" parTransId="{0F079A73-8338-4DC2-9A0B-11ED39FC1456}" sibTransId="{DC1D7042-DA7F-4135-B6BA-4BFC5555B742}"/>
    <dgm:cxn modelId="{912AC255-E58F-43BE-AB37-7E29CD9987F0}" type="presOf" srcId="{CAFF1869-C8B7-42F2-95F4-CDF4A90D30F4}" destId="{77F53B08-FD55-4DF9-8A6C-42CB42774557}" srcOrd="0" destOrd="0" presId="urn:microsoft.com/office/officeart/2005/8/layout/radial6"/>
    <dgm:cxn modelId="{6BC9C278-1837-45EB-B4F2-B74E438AE87D}" type="presOf" srcId="{DC1D7042-DA7F-4135-B6BA-4BFC5555B742}" destId="{6B5A8572-B84E-4C54-812F-A2DEA401EFBF}" srcOrd="0" destOrd="0" presId="urn:microsoft.com/office/officeart/2005/8/layout/radial6"/>
    <dgm:cxn modelId="{0AD4CF82-EE59-4337-805A-B63F54AFAAF1}" srcId="{BFD0D78F-084B-4545-A3E0-DF621CC9995B}" destId="{B319F55A-61E1-4057-839C-47C586C6C95B}" srcOrd="5" destOrd="0" parTransId="{461B34CF-18AD-43A9-A04C-E48FD3F6EA2E}" sibTransId="{A91A99E7-3ADC-4702-B8E3-167D9B0EC2DD}"/>
    <dgm:cxn modelId="{4D78488C-0439-4302-9E20-F4A37805278E}" type="presOf" srcId="{493D2173-E432-445F-B7D0-91A4C600B162}" destId="{C1350BAA-BB3C-4B18-B6E5-C4CE0A7F1936}" srcOrd="0" destOrd="0" presId="urn:microsoft.com/office/officeart/2005/8/layout/radial6"/>
    <dgm:cxn modelId="{A58F108D-9D15-4D85-8762-C85A5BD023C2}" type="presOf" srcId="{DB734F07-261D-4B83-AF4D-54B44DC49C30}" destId="{39C5A2CC-72FF-45D9-BC4A-D56FCA81CD85}" srcOrd="0" destOrd="0" presId="urn:microsoft.com/office/officeart/2005/8/layout/radial6"/>
    <dgm:cxn modelId="{98B7ABA5-5FCE-4B5A-A26B-9194D351437C}" type="presOf" srcId="{B319F55A-61E1-4057-839C-47C586C6C95B}" destId="{7D0707E8-10FC-47AD-8808-FBAE1CFFF34D}" srcOrd="0" destOrd="0" presId="urn:microsoft.com/office/officeart/2005/8/layout/radial6"/>
    <dgm:cxn modelId="{B301ECA5-5125-4B70-BE61-662A289E9E27}" type="presOf" srcId="{BFD0D78F-084B-4545-A3E0-DF621CC9995B}" destId="{A5F9149A-E45E-4F30-B920-CCC4AF37EAA5}" srcOrd="0" destOrd="0" presId="urn:microsoft.com/office/officeart/2005/8/layout/radial6"/>
    <dgm:cxn modelId="{85D3C0B9-3C60-48FD-B4C9-1FEE199B8915}" type="presOf" srcId="{E9CAE58A-BFDA-4C70-A8AA-593033A4D829}" destId="{3AF03E2E-BDEA-4AB3-A9E6-9B7F442EA8B4}" srcOrd="0" destOrd="0" presId="urn:microsoft.com/office/officeart/2005/8/layout/radial6"/>
    <dgm:cxn modelId="{FD3822CF-A7FA-4797-9197-57A10408C01A}" type="presOf" srcId="{EAB48AC2-498C-4D75-A499-A2383ADFF7ED}" destId="{64996E54-74DD-41F2-BA9E-B448B6D74291}" srcOrd="0" destOrd="0" presId="urn:microsoft.com/office/officeart/2005/8/layout/radial6"/>
    <dgm:cxn modelId="{0DE54ADF-9FB1-4B6E-8595-299BE6ABAB2E}" srcId="{BFD0D78F-084B-4545-A3E0-DF621CC9995B}" destId="{CACF7E88-57EC-4245-91F2-A80A10900D97}" srcOrd="0" destOrd="0" parTransId="{7FD415A2-3C47-444E-9033-D946DE2450A7}" sibTransId="{CAFF1869-C8B7-42F2-95F4-CDF4A90D30F4}"/>
    <dgm:cxn modelId="{155BD6DF-BF13-408F-B9D0-3307F0A4C098}" type="presOf" srcId="{CACF7E88-57EC-4245-91F2-A80A10900D97}" destId="{6BF0902A-17DC-41C9-8EAF-1C3C1AF592B8}" srcOrd="0" destOrd="0" presId="urn:microsoft.com/office/officeart/2005/8/layout/radial6"/>
    <dgm:cxn modelId="{83F95FE5-C2A5-44FE-A297-22B7BE73C657}" srcId="{BFD0D78F-084B-4545-A3E0-DF621CC9995B}" destId="{EAB48AC2-498C-4D75-A499-A2383ADFF7ED}" srcOrd="2" destOrd="0" parTransId="{82894D0F-13B1-412E-84E7-326A0AEB2E12}" sibTransId="{B515E689-FC23-40EE-B02C-958CE56063FD}"/>
    <dgm:cxn modelId="{F7DF03EA-3AEA-4D46-B36A-382D80DA2FEF}" type="presOf" srcId="{22F5E2B6-D156-49C1-BC31-E1C347619451}" destId="{47D35321-1744-42E1-8B2F-F4EB19F39187}" srcOrd="0" destOrd="0" presId="urn:microsoft.com/office/officeart/2005/8/layout/radial6"/>
    <dgm:cxn modelId="{65930082-48CD-4DD4-B985-EDE2CFFC5F0F}" type="presParOf" srcId="{47D35321-1744-42E1-8B2F-F4EB19F39187}" destId="{A5F9149A-E45E-4F30-B920-CCC4AF37EAA5}" srcOrd="0" destOrd="0" presId="urn:microsoft.com/office/officeart/2005/8/layout/radial6"/>
    <dgm:cxn modelId="{E1AF9F86-4993-4F88-974A-211072B81384}" type="presParOf" srcId="{47D35321-1744-42E1-8B2F-F4EB19F39187}" destId="{6BF0902A-17DC-41C9-8EAF-1C3C1AF592B8}" srcOrd="1" destOrd="0" presId="urn:microsoft.com/office/officeart/2005/8/layout/radial6"/>
    <dgm:cxn modelId="{C9FE71DF-3B4D-4819-ABC7-C7677C9C18FA}" type="presParOf" srcId="{47D35321-1744-42E1-8B2F-F4EB19F39187}" destId="{7DB1FD65-DDB8-469D-9937-B9DF54033EC7}" srcOrd="2" destOrd="0" presId="urn:microsoft.com/office/officeart/2005/8/layout/radial6"/>
    <dgm:cxn modelId="{8B4BA755-9C88-47E9-8FE8-ACE8C5D6EFC5}" type="presParOf" srcId="{47D35321-1744-42E1-8B2F-F4EB19F39187}" destId="{77F53B08-FD55-4DF9-8A6C-42CB42774557}" srcOrd="3" destOrd="0" presId="urn:microsoft.com/office/officeart/2005/8/layout/radial6"/>
    <dgm:cxn modelId="{AA55B3FF-97C3-48D4-B4A9-341625C7E0E0}" type="presParOf" srcId="{47D35321-1744-42E1-8B2F-F4EB19F39187}" destId="{7AAC5601-0F58-4422-AFDD-E5FCC5402181}" srcOrd="4" destOrd="0" presId="urn:microsoft.com/office/officeart/2005/8/layout/radial6"/>
    <dgm:cxn modelId="{40737823-12B6-4C11-AEA9-96ECCB22CC06}" type="presParOf" srcId="{47D35321-1744-42E1-8B2F-F4EB19F39187}" destId="{DA6AF544-A2A3-4FCE-9B12-7212D756911F}" srcOrd="5" destOrd="0" presId="urn:microsoft.com/office/officeart/2005/8/layout/radial6"/>
    <dgm:cxn modelId="{D135F6BD-E9DD-45E2-8B5D-016DD6246FF2}" type="presParOf" srcId="{47D35321-1744-42E1-8B2F-F4EB19F39187}" destId="{6B5A8572-B84E-4C54-812F-A2DEA401EFBF}" srcOrd="6" destOrd="0" presId="urn:microsoft.com/office/officeart/2005/8/layout/radial6"/>
    <dgm:cxn modelId="{F26FA5D0-8966-41B3-9A0F-644F2305E3AB}" type="presParOf" srcId="{47D35321-1744-42E1-8B2F-F4EB19F39187}" destId="{64996E54-74DD-41F2-BA9E-B448B6D74291}" srcOrd="7" destOrd="0" presId="urn:microsoft.com/office/officeart/2005/8/layout/radial6"/>
    <dgm:cxn modelId="{5160952A-F095-4E20-9D28-20AAEE132139}" type="presParOf" srcId="{47D35321-1744-42E1-8B2F-F4EB19F39187}" destId="{D468A6BC-6027-42ED-90DB-F4C8AA87D9DC}" srcOrd="8" destOrd="0" presId="urn:microsoft.com/office/officeart/2005/8/layout/radial6"/>
    <dgm:cxn modelId="{214A0A8B-CB5B-4739-AF8C-44416E093759}" type="presParOf" srcId="{47D35321-1744-42E1-8B2F-F4EB19F39187}" destId="{B16947BF-037D-44BA-B4AB-17A3252EFBF9}" srcOrd="9" destOrd="0" presId="urn:microsoft.com/office/officeart/2005/8/layout/radial6"/>
    <dgm:cxn modelId="{153D9BE5-2261-4E2C-9959-8BD81EAFC0F3}" type="presParOf" srcId="{47D35321-1744-42E1-8B2F-F4EB19F39187}" destId="{39C5A2CC-72FF-45D9-BC4A-D56FCA81CD85}" srcOrd="10" destOrd="0" presId="urn:microsoft.com/office/officeart/2005/8/layout/radial6"/>
    <dgm:cxn modelId="{0CE0B18E-484E-4334-9591-D76E18975706}" type="presParOf" srcId="{47D35321-1744-42E1-8B2F-F4EB19F39187}" destId="{D504687F-9715-46C2-B0E2-89A88B7A0EDA}" srcOrd="11" destOrd="0" presId="urn:microsoft.com/office/officeart/2005/8/layout/radial6"/>
    <dgm:cxn modelId="{3E998C54-289E-47C1-94C3-316F62C6F5AF}" type="presParOf" srcId="{47D35321-1744-42E1-8B2F-F4EB19F39187}" destId="{E67A8C92-C892-42C2-9472-8456659780C9}" srcOrd="12" destOrd="0" presId="urn:microsoft.com/office/officeart/2005/8/layout/radial6"/>
    <dgm:cxn modelId="{9BCB5005-7E3E-4B0C-B6F6-2919D95B19AD}" type="presParOf" srcId="{47D35321-1744-42E1-8B2F-F4EB19F39187}" destId="{3AF03E2E-BDEA-4AB3-A9E6-9B7F442EA8B4}" srcOrd="13" destOrd="0" presId="urn:microsoft.com/office/officeart/2005/8/layout/radial6"/>
    <dgm:cxn modelId="{2794B603-54E8-48EB-AA47-A18CB7695C9D}" type="presParOf" srcId="{47D35321-1744-42E1-8B2F-F4EB19F39187}" destId="{8F0C3020-1C49-4E4C-A32F-B96B1D2E7283}" srcOrd="14" destOrd="0" presId="urn:microsoft.com/office/officeart/2005/8/layout/radial6"/>
    <dgm:cxn modelId="{DD36E498-6883-4278-93F9-6C3741F39961}" type="presParOf" srcId="{47D35321-1744-42E1-8B2F-F4EB19F39187}" destId="{C1350BAA-BB3C-4B18-B6E5-C4CE0A7F1936}" srcOrd="15" destOrd="0" presId="urn:microsoft.com/office/officeart/2005/8/layout/radial6"/>
    <dgm:cxn modelId="{BE868C57-D05A-4F8D-8900-91186B4E4429}" type="presParOf" srcId="{47D35321-1744-42E1-8B2F-F4EB19F39187}" destId="{7D0707E8-10FC-47AD-8808-FBAE1CFFF34D}" srcOrd="16" destOrd="0" presId="urn:microsoft.com/office/officeart/2005/8/layout/radial6"/>
    <dgm:cxn modelId="{E262B00B-10DE-4CE0-B827-D9176AC37FA2}" type="presParOf" srcId="{47D35321-1744-42E1-8B2F-F4EB19F39187}" destId="{E0475A9D-188B-4CF6-B467-789F99126744}" srcOrd="17" destOrd="0" presId="urn:microsoft.com/office/officeart/2005/8/layout/radial6"/>
    <dgm:cxn modelId="{1B0F7020-27F1-46E7-BAEB-6271E28190FD}" type="presParOf" srcId="{47D35321-1744-42E1-8B2F-F4EB19F39187}" destId="{D56FEB76-24F2-46D0-8868-922D27AC9670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44FAE1-3645-4CF1-A957-9C8DF08326A0}" type="doc">
      <dgm:prSet loTypeId="urn:microsoft.com/office/officeart/2005/8/layout/radial6" loCatId="cycle" qsTypeId="urn:microsoft.com/office/officeart/2005/8/quickstyle/3d2" qsCatId="3D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03018790-BC28-4951-B5F9-031A84DD8387}">
      <dgm:prSet phldrT="[Texte]"/>
      <dgm:spPr/>
      <dgm:t>
        <a:bodyPr/>
        <a:lstStyle/>
        <a:p>
          <a:r>
            <a:rPr lang="en-US" b="1" dirty="0" err="1"/>
            <a:t>L’importance</a:t>
          </a:r>
          <a:endParaRPr lang="en-US" dirty="0"/>
        </a:p>
      </dgm:t>
    </dgm:pt>
    <dgm:pt modelId="{741683B4-CE01-4276-B20F-D77D3CEFA653}" type="parTrans" cxnId="{D246FAEF-467A-4442-AC0F-15426E794784}">
      <dgm:prSet/>
      <dgm:spPr/>
      <dgm:t>
        <a:bodyPr/>
        <a:lstStyle/>
        <a:p>
          <a:endParaRPr lang="en-US"/>
        </a:p>
      </dgm:t>
    </dgm:pt>
    <dgm:pt modelId="{AD09CA2C-70FF-43DD-AB25-08AFE524DA49}" type="sibTrans" cxnId="{D246FAEF-467A-4442-AC0F-15426E794784}">
      <dgm:prSet/>
      <dgm:spPr/>
      <dgm:t>
        <a:bodyPr/>
        <a:lstStyle/>
        <a:p>
          <a:endParaRPr lang="en-US"/>
        </a:p>
      </dgm:t>
    </dgm:pt>
    <dgm:pt modelId="{1942627C-F28D-441C-B916-7009CF9E576D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dirty="0">
              <a:latin typeface="Californian FB" panose="0207040306080B030204" pitchFamily="18" charset="0"/>
            </a:rPr>
            <a:t>Renforcer la sécurité de la plateforme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CC97944F-7C24-4F69-8C9B-DD5F54D01D1A}" type="parTrans" cxnId="{B029AD01-C819-47C0-A6C4-442AD4201A7C}">
      <dgm:prSet/>
      <dgm:spPr/>
      <dgm:t>
        <a:bodyPr/>
        <a:lstStyle/>
        <a:p>
          <a:endParaRPr lang="en-US"/>
        </a:p>
      </dgm:t>
    </dgm:pt>
    <dgm:pt modelId="{AD53D21C-A989-4E36-9C1D-5C9B6B53CA03}" type="sibTrans" cxnId="{B029AD01-C819-47C0-A6C4-442AD4201A7C}">
      <dgm:prSet/>
      <dgm:spPr/>
      <dgm:t>
        <a:bodyPr/>
        <a:lstStyle/>
        <a:p>
          <a:endParaRPr lang="en-US"/>
        </a:p>
      </dgm:t>
    </dgm:pt>
    <dgm:pt modelId="{297A2130-6C1A-41A6-9CD3-DC99C53A2185}">
      <dgm:prSet phldrT="[Texte]" custT="1"/>
      <dgm:spPr/>
      <dgm:t>
        <a:bodyPr/>
        <a:lstStyle/>
        <a:p>
          <a:r>
            <a:rPr lang="fr-BE" sz="1600" b="1" dirty="0">
              <a:latin typeface="Californian FB" panose="0207040306080B030204" pitchFamily="18" charset="0"/>
            </a:rPr>
            <a:t>Faciliter le suivi et la supervision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E73FFC19-3C8E-4858-8F9F-21428284381F}" type="parTrans" cxnId="{53675536-3A69-4700-B6E5-782C59DB2FE5}">
      <dgm:prSet/>
      <dgm:spPr/>
      <dgm:t>
        <a:bodyPr/>
        <a:lstStyle/>
        <a:p>
          <a:endParaRPr lang="en-US"/>
        </a:p>
      </dgm:t>
    </dgm:pt>
    <dgm:pt modelId="{1DF7F744-6A74-468D-831E-777349A492C7}" type="sibTrans" cxnId="{53675536-3A69-4700-B6E5-782C59DB2FE5}">
      <dgm:prSet/>
      <dgm:spPr/>
      <dgm:t>
        <a:bodyPr/>
        <a:lstStyle/>
        <a:p>
          <a:endParaRPr lang="en-US"/>
        </a:p>
      </dgm:t>
    </dgm:pt>
    <dgm:pt modelId="{4501CB37-5B10-4DBD-B49B-9ED25271DECA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dirty="0">
              <a:latin typeface="Californian FB" panose="0207040306080B030204" pitchFamily="18" charset="0"/>
            </a:rPr>
            <a:t>Aider à la prise de décision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E750AC54-9038-4910-B8A3-98A906164991}" type="parTrans" cxnId="{604CAA58-A5AE-42C8-A7F4-2F5EF142FBDD}">
      <dgm:prSet/>
      <dgm:spPr/>
      <dgm:t>
        <a:bodyPr/>
        <a:lstStyle/>
        <a:p>
          <a:endParaRPr lang="en-US"/>
        </a:p>
      </dgm:t>
    </dgm:pt>
    <dgm:pt modelId="{D02135E3-6D64-445F-B51A-98A0150DE9C5}" type="sibTrans" cxnId="{604CAA58-A5AE-42C8-A7F4-2F5EF142FBDD}">
      <dgm:prSet/>
      <dgm:spPr/>
      <dgm:t>
        <a:bodyPr/>
        <a:lstStyle/>
        <a:p>
          <a:endParaRPr lang="en-US"/>
        </a:p>
      </dgm:t>
    </dgm:pt>
    <dgm:pt modelId="{02B60B2C-6518-41DD-8D2F-67B2ABAA1034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BE" sz="1600" b="1" dirty="0">
              <a:latin typeface="Californian FB" panose="0207040306080B030204" pitchFamily="18" charset="0"/>
            </a:rPr>
            <a:t>Répondre aux besoins réels d’un environnement Fintech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23185E97-5447-4024-9715-8FCD70E1D237}" type="parTrans" cxnId="{CC33C0C1-210A-42C9-A4EB-93DDF95B454B}">
      <dgm:prSet/>
      <dgm:spPr/>
      <dgm:t>
        <a:bodyPr/>
        <a:lstStyle/>
        <a:p>
          <a:endParaRPr lang="en-US"/>
        </a:p>
      </dgm:t>
    </dgm:pt>
    <dgm:pt modelId="{21896D08-2B7C-4404-90EF-DC3C2C3829B3}" type="sibTrans" cxnId="{CC33C0C1-210A-42C9-A4EB-93DDF95B454B}">
      <dgm:prSet/>
      <dgm:spPr/>
      <dgm:t>
        <a:bodyPr/>
        <a:lstStyle/>
        <a:p>
          <a:endParaRPr lang="en-US"/>
        </a:p>
      </dgm:t>
    </dgm:pt>
    <dgm:pt modelId="{B1037564-FA1A-41AB-893C-9CAF58C0E0BE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600" b="1" dirty="0" err="1">
              <a:latin typeface="Californian FB" panose="0207040306080B030204" pitchFamily="18" charset="0"/>
            </a:rPr>
            <a:t>Améliorer</a:t>
          </a:r>
          <a:r>
            <a:rPr lang="en-US" sz="1600" b="1" dirty="0">
              <a:latin typeface="Californian FB" panose="0207040306080B030204" pitchFamily="18" charset="0"/>
            </a:rPr>
            <a:t> la transparence des </a:t>
          </a:r>
          <a:r>
            <a:rPr lang="en-US" sz="1600" b="1" dirty="0" err="1">
              <a:latin typeface="Californian FB" panose="0207040306080B030204" pitchFamily="18" charset="0"/>
            </a:rPr>
            <a:t>opérations</a:t>
          </a:r>
          <a:endParaRPr lang="en-US" sz="1600" b="1" dirty="0">
            <a:latin typeface="Californian FB" panose="0207040306080B030204" pitchFamily="18" charset="0"/>
          </a:endParaRPr>
        </a:p>
      </dgm:t>
    </dgm:pt>
    <dgm:pt modelId="{D4C76D8B-FF84-4B00-8818-AEF67F7F6EDC}" type="parTrans" cxnId="{ADEB693F-D6FD-4A41-B440-68A48FD5E5BF}">
      <dgm:prSet/>
      <dgm:spPr/>
      <dgm:t>
        <a:bodyPr/>
        <a:lstStyle/>
        <a:p>
          <a:endParaRPr lang="en-US"/>
        </a:p>
      </dgm:t>
    </dgm:pt>
    <dgm:pt modelId="{23B1A06C-BBF8-4BC1-BE10-9120B671D39B}" type="sibTrans" cxnId="{ADEB693F-D6FD-4A41-B440-68A48FD5E5BF}">
      <dgm:prSet/>
      <dgm:spPr/>
      <dgm:t>
        <a:bodyPr/>
        <a:lstStyle/>
        <a:p>
          <a:endParaRPr lang="en-US"/>
        </a:p>
      </dgm:t>
    </dgm:pt>
    <dgm:pt modelId="{BE026302-7545-4D54-87A2-F158FFEED3AA}" type="pres">
      <dgm:prSet presAssocID="{A344FAE1-3645-4CF1-A957-9C8DF08326A0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235C76C-9398-4C38-A72D-12BBEF0A3045}" type="pres">
      <dgm:prSet presAssocID="{03018790-BC28-4951-B5F9-031A84DD8387}" presName="centerShape" presStyleLbl="node0" presStyleIdx="0" presStyleCnt="1"/>
      <dgm:spPr/>
    </dgm:pt>
    <dgm:pt modelId="{38049E81-8DB9-4234-81DC-5B6715D7147A}" type="pres">
      <dgm:prSet presAssocID="{1942627C-F28D-441C-B916-7009CF9E576D}" presName="node" presStyleLbl="node1" presStyleIdx="0" presStyleCnt="5" custScaleX="146381" custScaleY="130142">
        <dgm:presLayoutVars>
          <dgm:bulletEnabled val="1"/>
        </dgm:presLayoutVars>
      </dgm:prSet>
      <dgm:spPr/>
    </dgm:pt>
    <dgm:pt modelId="{8D1C136F-BD31-422C-8BA1-47EC2AC4E665}" type="pres">
      <dgm:prSet presAssocID="{1942627C-F28D-441C-B916-7009CF9E576D}" presName="dummy" presStyleCnt="0"/>
      <dgm:spPr/>
    </dgm:pt>
    <dgm:pt modelId="{C99F348F-58CF-463E-94D1-6D08610CD25C}" type="pres">
      <dgm:prSet presAssocID="{AD53D21C-A989-4E36-9C1D-5C9B6B53CA03}" presName="sibTrans" presStyleLbl="sibTrans2D1" presStyleIdx="0" presStyleCnt="5"/>
      <dgm:spPr/>
    </dgm:pt>
    <dgm:pt modelId="{096A741D-D969-4B50-8711-FC2B5FE04F4E}" type="pres">
      <dgm:prSet presAssocID="{297A2130-6C1A-41A6-9CD3-DC99C53A2185}" presName="node" presStyleLbl="node1" presStyleIdx="1" presStyleCnt="5" custScaleX="146381" custScaleY="130142">
        <dgm:presLayoutVars>
          <dgm:bulletEnabled val="1"/>
        </dgm:presLayoutVars>
      </dgm:prSet>
      <dgm:spPr/>
    </dgm:pt>
    <dgm:pt modelId="{FC4E0682-D3E7-4792-96CA-728B629495E7}" type="pres">
      <dgm:prSet presAssocID="{297A2130-6C1A-41A6-9CD3-DC99C53A2185}" presName="dummy" presStyleCnt="0"/>
      <dgm:spPr/>
    </dgm:pt>
    <dgm:pt modelId="{72CBA41D-81C8-4FC1-A2ED-13C985475D41}" type="pres">
      <dgm:prSet presAssocID="{1DF7F744-6A74-468D-831E-777349A492C7}" presName="sibTrans" presStyleLbl="sibTrans2D1" presStyleIdx="1" presStyleCnt="5"/>
      <dgm:spPr/>
    </dgm:pt>
    <dgm:pt modelId="{42EECE8D-C9D5-4A40-977E-6A0C9CC69D75}" type="pres">
      <dgm:prSet presAssocID="{4501CB37-5B10-4DBD-B49B-9ED25271DECA}" presName="node" presStyleLbl="node1" presStyleIdx="2" presStyleCnt="5" custScaleX="146381" custScaleY="130142">
        <dgm:presLayoutVars>
          <dgm:bulletEnabled val="1"/>
        </dgm:presLayoutVars>
      </dgm:prSet>
      <dgm:spPr/>
    </dgm:pt>
    <dgm:pt modelId="{5F303968-FD28-4240-9545-D86674E367FD}" type="pres">
      <dgm:prSet presAssocID="{4501CB37-5B10-4DBD-B49B-9ED25271DECA}" presName="dummy" presStyleCnt="0"/>
      <dgm:spPr/>
    </dgm:pt>
    <dgm:pt modelId="{48D08C80-5DBA-4E42-80E3-EA091B335B4D}" type="pres">
      <dgm:prSet presAssocID="{D02135E3-6D64-445F-B51A-98A0150DE9C5}" presName="sibTrans" presStyleLbl="sibTrans2D1" presStyleIdx="2" presStyleCnt="5" custLinFactNeighborX="0" custLinFactNeighborY="0"/>
      <dgm:spPr/>
    </dgm:pt>
    <dgm:pt modelId="{3D560580-CA1C-46A0-9F32-F2350EEAA807}" type="pres">
      <dgm:prSet presAssocID="{02B60B2C-6518-41DD-8D2F-67B2ABAA1034}" presName="node" presStyleLbl="node1" presStyleIdx="3" presStyleCnt="5" custScaleX="146381" custScaleY="130142">
        <dgm:presLayoutVars>
          <dgm:bulletEnabled val="1"/>
        </dgm:presLayoutVars>
      </dgm:prSet>
      <dgm:spPr/>
    </dgm:pt>
    <dgm:pt modelId="{F1EAC5B8-670E-4B12-9DBA-E4C10CBB351D}" type="pres">
      <dgm:prSet presAssocID="{02B60B2C-6518-41DD-8D2F-67B2ABAA1034}" presName="dummy" presStyleCnt="0"/>
      <dgm:spPr/>
    </dgm:pt>
    <dgm:pt modelId="{E1E87C54-009A-487A-AF77-94DB059652AA}" type="pres">
      <dgm:prSet presAssocID="{21896D08-2B7C-4404-90EF-DC3C2C3829B3}" presName="sibTrans" presStyleLbl="sibTrans2D1" presStyleIdx="3" presStyleCnt="5"/>
      <dgm:spPr/>
    </dgm:pt>
    <dgm:pt modelId="{BA13046C-5C1D-4B6E-AB74-E4D46766214B}" type="pres">
      <dgm:prSet presAssocID="{B1037564-FA1A-41AB-893C-9CAF58C0E0BE}" presName="node" presStyleLbl="node1" presStyleIdx="4" presStyleCnt="5" custScaleX="146381" custScaleY="130142">
        <dgm:presLayoutVars>
          <dgm:bulletEnabled val="1"/>
        </dgm:presLayoutVars>
      </dgm:prSet>
      <dgm:spPr/>
    </dgm:pt>
    <dgm:pt modelId="{2D3E2D7B-49C4-4EB7-A8A8-13D592C5CBF6}" type="pres">
      <dgm:prSet presAssocID="{B1037564-FA1A-41AB-893C-9CAF58C0E0BE}" presName="dummy" presStyleCnt="0"/>
      <dgm:spPr/>
    </dgm:pt>
    <dgm:pt modelId="{FBB060EF-E484-4614-9CA8-0211BD0EE40C}" type="pres">
      <dgm:prSet presAssocID="{23B1A06C-BBF8-4BC1-BE10-9120B671D39B}" presName="sibTrans" presStyleLbl="sibTrans2D1" presStyleIdx="4" presStyleCnt="5"/>
      <dgm:spPr/>
    </dgm:pt>
  </dgm:ptLst>
  <dgm:cxnLst>
    <dgm:cxn modelId="{B029AD01-C819-47C0-A6C4-442AD4201A7C}" srcId="{03018790-BC28-4951-B5F9-031A84DD8387}" destId="{1942627C-F28D-441C-B916-7009CF9E576D}" srcOrd="0" destOrd="0" parTransId="{CC97944F-7C24-4F69-8C9B-DD5F54D01D1A}" sibTransId="{AD53D21C-A989-4E36-9C1D-5C9B6B53CA03}"/>
    <dgm:cxn modelId="{4421AF06-DDBB-4C70-8D68-C17A5C91B5ED}" type="presOf" srcId="{4501CB37-5B10-4DBD-B49B-9ED25271DECA}" destId="{42EECE8D-C9D5-4A40-977E-6A0C9CC69D75}" srcOrd="0" destOrd="0" presId="urn:microsoft.com/office/officeart/2005/8/layout/radial6"/>
    <dgm:cxn modelId="{B6D5B129-2E3C-4E18-88CF-2FC188F5B288}" type="presOf" srcId="{23B1A06C-BBF8-4BC1-BE10-9120B671D39B}" destId="{FBB060EF-E484-4614-9CA8-0211BD0EE40C}" srcOrd="0" destOrd="0" presId="urn:microsoft.com/office/officeart/2005/8/layout/radial6"/>
    <dgm:cxn modelId="{53675536-3A69-4700-B6E5-782C59DB2FE5}" srcId="{03018790-BC28-4951-B5F9-031A84DD8387}" destId="{297A2130-6C1A-41A6-9CD3-DC99C53A2185}" srcOrd="1" destOrd="0" parTransId="{E73FFC19-3C8E-4858-8F9F-21428284381F}" sibTransId="{1DF7F744-6A74-468D-831E-777349A492C7}"/>
    <dgm:cxn modelId="{ADEB693F-D6FD-4A41-B440-68A48FD5E5BF}" srcId="{03018790-BC28-4951-B5F9-031A84DD8387}" destId="{B1037564-FA1A-41AB-893C-9CAF58C0E0BE}" srcOrd="4" destOrd="0" parTransId="{D4C76D8B-FF84-4B00-8818-AEF67F7F6EDC}" sibTransId="{23B1A06C-BBF8-4BC1-BE10-9120B671D39B}"/>
    <dgm:cxn modelId="{F7200B61-C82F-4891-A00E-1AF526B13D47}" type="presOf" srcId="{1942627C-F28D-441C-B916-7009CF9E576D}" destId="{38049E81-8DB9-4234-81DC-5B6715D7147A}" srcOrd="0" destOrd="0" presId="urn:microsoft.com/office/officeart/2005/8/layout/radial6"/>
    <dgm:cxn modelId="{B03A3B65-1A76-4845-BCF3-0B3A4CEB69EB}" type="presOf" srcId="{D02135E3-6D64-445F-B51A-98A0150DE9C5}" destId="{48D08C80-5DBA-4E42-80E3-EA091B335B4D}" srcOrd="0" destOrd="0" presId="urn:microsoft.com/office/officeart/2005/8/layout/radial6"/>
    <dgm:cxn modelId="{EF267149-B024-48F7-ACF3-6134BB51EFAC}" type="presOf" srcId="{21896D08-2B7C-4404-90EF-DC3C2C3829B3}" destId="{E1E87C54-009A-487A-AF77-94DB059652AA}" srcOrd="0" destOrd="0" presId="urn:microsoft.com/office/officeart/2005/8/layout/radial6"/>
    <dgm:cxn modelId="{F005A14D-EB97-41E6-A6A7-C6B1F87ACF5B}" type="presOf" srcId="{A344FAE1-3645-4CF1-A957-9C8DF08326A0}" destId="{BE026302-7545-4D54-87A2-F158FFEED3AA}" srcOrd="0" destOrd="0" presId="urn:microsoft.com/office/officeart/2005/8/layout/radial6"/>
    <dgm:cxn modelId="{7A8D464F-25B3-4F4D-848E-B65760DD9348}" type="presOf" srcId="{B1037564-FA1A-41AB-893C-9CAF58C0E0BE}" destId="{BA13046C-5C1D-4B6E-AB74-E4D46766214B}" srcOrd="0" destOrd="0" presId="urn:microsoft.com/office/officeart/2005/8/layout/radial6"/>
    <dgm:cxn modelId="{2601CA57-2349-408F-9C35-AD4D1655603A}" type="presOf" srcId="{297A2130-6C1A-41A6-9CD3-DC99C53A2185}" destId="{096A741D-D969-4B50-8711-FC2B5FE04F4E}" srcOrd="0" destOrd="0" presId="urn:microsoft.com/office/officeart/2005/8/layout/radial6"/>
    <dgm:cxn modelId="{604CAA58-A5AE-42C8-A7F4-2F5EF142FBDD}" srcId="{03018790-BC28-4951-B5F9-031A84DD8387}" destId="{4501CB37-5B10-4DBD-B49B-9ED25271DECA}" srcOrd="2" destOrd="0" parTransId="{E750AC54-9038-4910-B8A3-98A906164991}" sibTransId="{D02135E3-6D64-445F-B51A-98A0150DE9C5}"/>
    <dgm:cxn modelId="{48587F95-37B2-4FB9-AF3B-68C6FB4F4DCC}" type="presOf" srcId="{AD53D21C-A989-4E36-9C1D-5C9B6B53CA03}" destId="{C99F348F-58CF-463E-94D1-6D08610CD25C}" srcOrd="0" destOrd="0" presId="urn:microsoft.com/office/officeart/2005/8/layout/radial6"/>
    <dgm:cxn modelId="{108B9BB4-22E6-47E9-9932-BF47C98A8857}" type="presOf" srcId="{02B60B2C-6518-41DD-8D2F-67B2ABAA1034}" destId="{3D560580-CA1C-46A0-9F32-F2350EEAA807}" srcOrd="0" destOrd="0" presId="urn:microsoft.com/office/officeart/2005/8/layout/radial6"/>
    <dgm:cxn modelId="{CC33C0C1-210A-42C9-A4EB-93DDF95B454B}" srcId="{03018790-BC28-4951-B5F9-031A84DD8387}" destId="{02B60B2C-6518-41DD-8D2F-67B2ABAA1034}" srcOrd="3" destOrd="0" parTransId="{23185E97-5447-4024-9715-8FCD70E1D237}" sibTransId="{21896D08-2B7C-4404-90EF-DC3C2C3829B3}"/>
    <dgm:cxn modelId="{9F6397DA-8E92-4683-B84C-C75405315422}" type="presOf" srcId="{1DF7F744-6A74-468D-831E-777349A492C7}" destId="{72CBA41D-81C8-4FC1-A2ED-13C985475D41}" srcOrd="0" destOrd="0" presId="urn:microsoft.com/office/officeart/2005/8/layout/radial6"/>
    <dgm:cxn modelId="{93C49DE7-F401-4AC6-9DC9-78BA4B7E892A}" type="presOf" srcId="{03018790-BC28-4951-B5F9-031A84DD8387}" destId="{8235C76C-9398-4C38-A72D-12BBEF0A3045}" srcOrd="0" destOrd="0" presId="urn:microsoft.com/office/officeart/2005/8/layout/radial6"/>
    <dgm:cxn modelId="{D246FAEF-467A-4442-AC0F-15426E794784}" srcId="{A344FAE1-3645-4CF1-A957-9C8DF08326A0}" destId="{03018790-BC28-4951-B5F9-031A84DD8387}" srcOrd="0" destOrd="0" parTransId="{741683B4-CE01-4276-B20F-D77D3CEFA653}" sibTransId="{AD09CA2C-70FF-43DD-AB25-08AFE524DA49}"/>
    <dgm:cxn modelId="{43C5FE1B-3CDD-4B2B-8D9D-FB980665297D}" type="presParOf" srcId="{BE026302-7545-4D54-87A2-F158FFEED3AA}" destId="{8235C76C-9398-4C38-A72D-12BBEF0A3045}" srcOrd="0" destOrd="0" presId="urn:microsoft.com/office/officeart/2005/8/layout/radial6"/>
    <dgm:cxn modelId="{DB77B9C9-5B06-4D81-B9C3-46DD239CC6BE}" type="presParOf" srcId="{BE026302-7545-4D54-87A2-F158FFEED3AA}" destId="{38049E81-8DB9-4234-81DC-5B6715D7147A}" srcOrd="1" destOrd="0" presId="urn:microsoft.com/office/officeart/2005/8/layout/radial6"/>
    <dgm:cxn modelId="{DF5A3371-8762-4045-9EED-5792D107FB47}" type="presParOf" srcId="{BE026302-7545-4D54-87A2-F158FFEED3AA}" destId="{8D1C136F-BD31-422C-8BA1-47EC2AC4E665}" srcOrd="2" destOrd="0" presId="urn:microsoft.com/office/officeart/2005/8/layout/radial6"/>
    <dgm:cxn modelId="{E0FF6CA9-793E-4EC7-9D8A-F26E05AE508E}" type="presParOf" srcId="{BE026302-7545-4D54-87A2-F158FFEED3AA}" destId="{C99F348F-58CF-463E-94D1-6D08610CD25C}" srcOrd="3" destOrd="0" presId="urn:microsoft.com/office/officeart/2005/8/layout/radial6"/>
    <dgm:cxn modelId="{D616D538-7FA6-41BE-8B4B-866CEDCEAA5A}" type="presParOf" srcId="{BE026302-7545-4D54-87A2-F158FFEED3AA}" destId="{096A741D-D969-4B50-8711-FC2B5FE04F4E}" srcOrd="4" destOrd="0" presId="urn:microsoft.com/office/officeart/2005/8/layout/radial6"/>
    <dgm:cxn modelId="{E10564C6-86D8-4450-B5CD-B9D4FAF5181E}" type="presParOf" srcId="{BE026302-7545-4D54-87A2-F158FFEED3AA}" destId="{FC4E0682-D3E7-4792-96CA-728B629495E7}" srcOrd="5" destOrd="0" presId="urn:microsoft.com/office/officeart/2005/8/layout/radial6"/>
    <dgm:cxn modelId="{611C4610-916A-436D-B25E-BD975CBF056A}" type="presParOf" srcId="{BE026302-7545-4D54-87A2-F158FFEED3AA}" destId="{72CBA41D-81C8-4FC1-A2ED-13C985475D41}" srcOrd="6" destOrd="0" presId="urn:microsoft.com/office/officeart/2005/8/layout/radial6"/>
    <dgm:cxn modelId="{48E51A19-AA98-43C9-A376-DC60CC8C0D2C}" type="presParOf" srcId="{BE026302-7545-4D54-87A2-F158FFEED3AA}" destId="{42EECE8D-C9D5-4A40-977E-6A0C9CC69D75}" srcOrd="7" destOrd="0" presId="urn:microsoft.com/office/officeart/2005/8/layout/radial6"/>
    <dgm:cxn modelId="{F5450521-8FA1-408D-87EB-F9122D4DF326}" type="presParOf" srcId="{BE026302-7545-4D54-87A2-F158FFEED3AA}" destId="{5F303968-FD28-4240-9545-D86674E367FD}" srcOrd="8" destOrd="0" presId="urn:microsoft.com/office/officeart/2005/8/layout/radial6"/>
    <dgm:cxn modelId="{D5CB1EFA-BEA3-4A21-81D6-1AB6FEBBAF28}" type="presParOf" srcId="{BE026302-7545-4D54-87A2-F158FFEED3AA}" destId="{48D08C80-5DBA-4E42-80E3-EA091B335B4D}" srcOrd="9" destOrd="0" presId="urn:microsoft.com/office/officeart/2005/8/layout/radial6"/>
    <dgm:cxn modelId="{01314D6D-2BE3-4F00-820F-EAD4BB5A7616}" type="presParOf" srcId="{BE026302-7545-4D54-87A2-F158FFEED3AA}" destId="{3D560580-CA1C-46A0-9F32-F2350EEAA807}" srcOrd="10" destOrd="0" presId="urn:microsoft.com/office/officeart/2005/8/layout/radial6"/>
    <dgm:cxn modelId="{134858C7-D642-492C-8FB9-460D852FB2A6}" type="presParOf" srcId="{BE026302-7545-4D54-87A2-F158FFEED3AA}" destId="{F1EAC5B8-670E-4B12-9DBA-E4C10CBB351D}" srcOrd="11" destOrd="0" presId="urn:microsoft.com/office/officeart/2005/8/layout/radial6"/>
    <dgm:cxn modelId="{144EE5DF-8408-49A6-8E41-68483FFCD012}" type="presParOf" srcId="{BE026302-7545-4D54-87A2-F158FFEED3AA}" destId="{E1E87C54-009A-487A-AF77-94DB059652AA}" srcOrd="12" destOrd="0" presId="urn:microsoft.com/office/officeart/2005/8/layout/radial6"/>
    <dgm:cxn modelId="{8D3CEE9E-BFAE-44AA-ABCB-E3DCB70B383A}" type="presParOf" srcId="{BE026302-7545-4D54-87A2-F158FFEED3AA}" destId="{BA13046C-5C1D-4B6E-AB74-E4D46766214B}" srcOrd="13" destOrd="0" presId="urn:microsoft.com/office/officeart/2005/8/layout/radial6"/>
    <dgm:cxn modelId="{FF38B898-CB7B-4F71-AC27-7B55DDFB6A5E}" type="presParOf" srcId="{BE026302-7545-4D54-87A2-F158FFEED3AA}" destId="{2D3E2D7B-49C4-4EB7-A8A8-13D592C5CBF6}" srcOrd="14" destOrd="0" presId="urn:microsoft.com/office/officeart/2005/8/layout/radial6"/>
    <dgm:cxn modelId="{CA75B7F3-6F33-4C9B-B398-A11DF40589C8}" type="presParOf" srcId="{BE026302-7545-4D54-87A2-F158FFEED3AA}" destId="{FBB060EF-E484-4614-9CA8-0211BD0EE40C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665F4C1-7D9E-45DF-B626-22C5476BBE9A}" type="doc">
      <dgm:prSet loTypeId="urn:microsoft.com/office/officeart/2009/layout/CircleArrowProcess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01358F8-81ED-455E-BAA1-511F4F48D513}">
      <dgm:prSet phldrT="[Texte]"/>
      <dgm:spPr/>
      <dgm:t>
        <a:bodyPr/>
        <a:lstStyle/>
        <a:p>
          <a:r>
            <a:rPr lang="fr-FR" noProof="0" dirty="0"/>
            <a:t>Revue des travaux existants</a:t>
          </a:r>
        </a:p>
      </dgm:t>
    </dgm:pt>
    <dgm:pt modelId="{1EE53E3D-3394-4C77-BC43-3BB689329773}" type="parTrans" cxnId="{574F011B-DA8E-48EA-9721-7AAB7EBFDC2C}">
      <dgm:prSet/>
      <dgm:spPr/>
      <dgm:t>
        <a:bodyPr/>
        <a:lstStyle/>
        <a:p>
          <a:endParaRPr lang="en-US"/>
        </a:p>
      </dgm:t>
    </dgm:pt>
    <dgm:pt modelId="{DC9D9FA8-FB41-4CF9-B3B2-98B16CC19D17}" type="sibTrans" cxnId="{574F011B-DA8E-48EA-9721-7AAB7EBFDC2C}">
      <dgm:prSet/>
      <dgm:spPr/>
      <dgm:t>
        <a:bodyPr/>
        <a:lstStyle/>
        <a:p>
          <a:endParaRPr lang="en-US"/>
        </a:p>
      </dgm:t>
    </dgm:pt>
    <dgm:pt modelId="{D5C7277C-8705-4018-9146-F65D7AF0C9F9}">
      <dgm:prSet phldrT="[Texte]"/>
      <dgm:spPr/>
      <dgm:t>
        <a:bodyPr/>
        <a:lstStyle/>
        <a:p>
          <a:r>
            <a:rPr lang="en-US" dirty="0"/>
            <a:t>Solutions </a:t>
          </a:r>
          <a:r>
            <a:rPr lang="fr-FR" noProof="0" dirty="0"/>
            <a:t>existantes</a:t>
          </a:r>
          <a:r>
            <a:rPr lang="en-US" dirty="0"/>
            <a:t> et </a:t>
          </a:r>
          <a:r>
            <a:rPr lang="en-US" dirty="0" err="1"/>
            <a:t>limites</a:t>
          </a:r>
          <a:endParaRPr lang="en-US" dirty="0"/>
        </a:p>
      </dgm:t>
    </dgm:pt>
    <dgm:pt modelId="{B7135248-1465-4DB8-A73F-F2AA9B54D5B7}" type="parTrans" cxnId="{337877FA-D872-4EFD-A664-4786A707B49B}">
      <dgm:prSet/>
      <dgm:spPr/>
      <dgm:t>
        <a:bodyPr/>
        <a:lstStyle/>
        <a:p>
          <a:endParaRPr lang="en-US"/>
        </a:p>
      </dgm:t>
    </dgm:pt>
    <dgm:pt modelId="{38315ACC-691F-4981-B639-CCB6C129279C}" type="sibTrans" cxnId="{337877FA-D872-4EFD-A664-4786A707B49B}">
      <dgm:prSet/>
      <dgm:spPr/>
      <dgm:t>
        <a:bodyPr/>
        <a:lstStyle/>
        <a:p>
          <a:endParaRPr lang="en-US"/>
        </a:p>
      </dgm:t>
    </dgm:pt>
    <dgm:pt modelId="{09C7F47C-58EB-4F60-B53A-B6A9C6AB6B8D}">
      <dgm:prSet/>
      <dgm:spPr/>
      <dgm:t>
        <a:bodyPr/>
        <a:lstStyle/>
        <a:p>
          <a:r>
            <a:rPr lang="fr-FR"/>
            <a:t>Identification des lacunes ou des opportunités</a:t>
          </a:r>
          <a:endParaRPr lang="en-US"/>
        </a:p>
      </dgm:t>
    </dgm:pt>
    <dgm:pt modelId="{677A22EA-C6F1-4DCD-90E0-D51B5B077DEF}" type="parTrans" cxnId="{DB8F29DE-43B2-4DED-B36C-FDE65E691B74}">
      <dgm:prSet/>
      <dgm:spPr/>
      <dgm:t>
        <a:bodyPr/>
        <a:lstStyle/>
        <a:p>
          <a:endParaRPr lang="en-US"/>
        </a:p>
      </dgm:t>
    </dgm:pt>
    <dgm:pt modelId="{BB0CC4B6-1B44-45C2-A00D-24B6BB31E476}" type="sibTrans" cxnId="{DB8F29DE-43B2-4DED-B36C-FDE65E691B74}">
      <dgm:prSet/>
      <dgm:spPr/>
      <dgm:t>
        <a:bodyPr/>
        <a:lstStyle/>
        <a:p>
          <a:endParaRPr lang="en-US"/>
        </a:p>
      </dgm:t>
    </dgm:pt>
    <dgm:pt modelId="{91CFF7D5-0A45-4183-AFEA-933BD82033AF}" type="pres">
      <dgm:prSet presAssocID="{D665F4C1-7D9E-45DF-B626-22C5476BBE9A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5DBF44CE-0546-4EFA-B396-03716572C8A1}" type="pres">
      <dgm:prSet presAssocID="{901358F8-81ED-455E-BAA1-511F4F48D513}" presName="Accent1" presStyleCnt="0"/>
      <dgm:spPr/>
    </dgm:pt>
    <dgm:pt modelId="{39845CFF-421F-4911-905A-2AEF8C73F027}" type="pres">
      <dgm:prSet presAssocID="{901358F8-81ED-455E-BAA1-511F4F48D513}" presName="Accent" presStyleLbl="node1" presStyleIdx="0" presStyleCnt="3"/>
      <dgm:spPr/>
    </dgm:pt>
    <dgm:pt modelId="{4F39233D-DF6D-4A90-9195-D2F9381D674D}" type="pres">
      <dgm:prSet presAssocID="{901358F8-81ED-455E-BAA1-511F4F48D513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EB52ACC5-E487-4A21-876D-9054180032C3}" type="pres">
      <dgm:prSet presAssocID="{D5C7277C-8705-4018-9146-F65D7AF0C9F9}" presName="Accent2" presStyleCnt="0"/>
      <dgm:spPr/>
    </dgm:pt>
    <dgm:pt modelId="{96892AC5-964B-4547-B0DF-E1F0D2D0ECA3}" type="pres">
      <dgm:prSet presAssocID="{D5C7277C-8705-4018-9146-F65D7AF0C9F9}" presName="Accent" presStyleLbl="node1" presStyleIdx="1" presStyleCnt="3"/>
      <dgm:spPr/>
    </dgm:pt>
    <dgm:pt modelId="{B63D2CCF-7C66-4026-8CAF-9B10EC45B9A0}" type="pres">
      <dgm:prSet presAssocID="{D5C7277C-8705-4018-9146-F65D7AF0C9F9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4227576D-0245-49CD-AB8B-5986C984AF3C}" type="pres">
      <dgm:prSet presAssocID="{09C7F47C-58EB-4F60-B53A-B6A9C6AB6B8D}" presName="Accent3" presStyleCnt="0"/>
      <dgm:spPr/>
    </dgm:pt>
    <dgm:pt modelId="{06B73131-CCE4-48EF-B9A3-D3C7671E4BAD}" type="pres">
      <dgm:prSet presAssocID="{09C7F47C-58EB-4F60-B53A-B6A9C6AB6B8D}" presName="Accent" presStyleLbl="node1" presStyleIdx="2" presStyleCnt="3"/>
      <dgm:spPr/>
    </dgm:pt>
    <dgm:pt modelId="{7C862A14-CEA7-41DA-A701-5D8AB57CBE6B}" type="pres">
      <dgm:prSet presAssocID="{09C7F47C-58EB-4F60-B53A-B6A9C6AB6B8D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574F011B-DA8E-48EA-9721-7AAB7EBFDC2C}" srcId="{D665F4C1-7D9E-45DF-B626-22C5476BBE9A}" destId="{901358F8-81ED-455E-BAA1-511F4F48D513}" srcOrd="0" destOrd="0" parTransId="{1EE53E3D-3394-4C77-BC43-3BB689329773}" sibTransId="{DC9D9FA8-FB41-4CF9-B3B2-98B16CC19D17}"/>
    <dgm:cxn modelId="{641A2025-FBA9-4483-895B-8594E5A63690}" type="presOf" srcId="{09C7F47C-58EB-4F60-B53A-B6A9C6AB6B8D}" destId="{7C862A14-CEA7-41DA-A701-5D8AB57CBE6B}" srcOrd="0" destOrd="0" presId="urn:microsoft.com/office/officeart/2009/layout/CircleArrowProcess"/>
    <dgm:cxn modelId="{2C16513D-1F0B-4638-ACB2-F6923AD0976E}" type="presOf" srcId="{D5C7277C-8705-4018-9146-F65D7AF0C9F9}" destId="{B63D2CCF-7C66-4026-8CAF-9B10EC45B9A0}" srcOrd="0" destOrd="0" presId="urn:microsoft.com/office/officeart/2009/layout/CircleArrowProcess"/>
    <dgm:cxn modelId="{ADA70C92-F5F0-41FE-AE4E-6CB339D00A03}" type="presOf" srcId="{D665F4C1-7D9E-45DF-B626-22C5476BBE9A}" destId="{91CFF7D5-0A45-4183-AFEA-933BD82033AF}" srcOrd="0" destOrd="0" presId="urn:microsoft.com/office/officeart/2009/layout/CircleArrowProcess"/>
    <dgm:cxn modelId="{DB8F29DE-43B2-4DED-B36C-FDE65E691B74}" srcId="{D665F4C1-7D9E-45DF-B626-22C5476BBE9A}" destId="{09C7F47C-58EB-4F60-B53A-B6A9C6AB6B8D}" srcOrd="2" destOrd="0" parTransId="{677A22EA-C6F1-4DCD-90E0-D51B5B077DEF}" sibTransId="{BB0CC4B6-1B44-45C2-A00D-24B6BB31E476}"/>
    <dgm:cxn modelId="{337877FA-D872-4EFD-A664-4786A707B49B}" srcId="{D665F4C1-7D9E-45DF-B626-22C5476BBE9A}" destId="{D5C7277C-8705-4018-9146-F65D7AF0C9F9}" srcOrd="1" destOrd="0" parTransId="{B7135248-1465-4DB8-A73F-F2AA9B54D5B7}" sibTransId="{38315ACC-691F-4981-B639-CCB6C129279C}"/>
    <dgm:cxn modelId="{AE5FB8FC-C650-4661-B243-3DAA57026BF3}" type="presOf" srcId="{901358F8-81ED-455E-BAA1-511F4F48D513}" destId="{4F39233D-DF6D-4A90-9195-D2F9381D674D}" srcOrd="0" destOrd="0" presId="urn:microsoft.com/office/officeart/2009/layout/CircleArrowProcess"/>
    <dgm:cxn modelId="{60C01ACB-5A80-45BC-89AE-E33535AF710C}" type="presParOf" srcId="{91CFF7D5-0A45-4183-AFEA-933BD82033AF}" destId="{5DBF44CE-0546-4EFA-B396-03716572C8A1}" srcOrd="0" destOrd="0" presId="urn:microsoft.com/office/officeart/2009/layout/CircleArrowProcess"/>
    <dgm:cxn modelId="{1576099D-663C-4A08-8E8C-9837D14F89EF}" type="presParOf" srcId="{5DBF44CE-0546-4EFA-B396-03716572C8A1}" destId="{39845CFF-421F-4911-905A-2AEF8C73F027}" srcOrd="0" destOrd="0" presId="urn:microsoft.com/office/officeart/2009/layout/CircleArrowProcess"/>
    <dgm:cxn modelId="{6304D092-E19A-4561-B43D-95572B6904E4}" type="presParOf" srcId="{91CFF7D5-0A45-4183-AFEA-933BD82033AF}" destId="{4F39233D-DF6D-4A90-9195-D2F9381D674D}" srcOrd="1" destOrd="0" presId="urn:microsoft.com/office/officeart/2009/layout/CircleArrowProcess"/>
    <dgm:cxn modelId="{5B252D03-C3B4-41C8-9CB0-9092C51E2DAB}" type="presParOf" srcId="{91CFF7D5-0A45-4183-AFEA-933BD82033AF}" destId="{EB52ACC5-E487-4A21-876D-9054180032C3}" srcOrd="2" destOrd="0" presId="urn:microsoft.com/office/officeart/2009/layout/CircleArrowProcess"/>
    <dgm:cxn modelId="{65C14114-68B7-427D-9B88-127099F03F20}" type="presParOf" srcId="{EB52ACC5-E487-4A21-876D-9054180032C3}" destId="{96892AC5-964B-4547-B0DF-E1F0D2D0ECA3}" srcOrd="0" destOrd="0" presId="urn:microsoft.com/office/officeart/2009/layout/CircleArrowProcess"/>
    <dgm:cxn modelId="{446CBC5F-97B0-4A24-8C3F-E01E3C207004}" type="presParOf" srcId="{91CFF7D5-0A45-4183-AFEA-933BD82033AF}" destId="{B63D2CCF-7C66-4026-8CAF-9B10EC45B9A0}" srcOrd="3" destOrd="0" presId="urn:microsoft.com/office/officeart/2009/layout/CircleArrowProcess"/>
    <dgm:cxn modelId="{E289EA68-2446-48D4-A768-B469921A4753}" type="presParOf" srcId="{91CFF7D5-0A45-4183-AFEA-933BD82033AF}" destId="{4227576D-0245-49CD-AB8B-5986C984AF3C}" srcOrd="4" destOrd="0" presId="urn:microsoft.com/office/officeart/2009/layout/CircleArrowProcess"/>
    <dgm:cxn modelId="{ECB5E89C-C230-4A8B-8B20-BC7CDE4B3D75}" type="presParOf" srcId="{4227576D-0245-49CD-AB8B-5986C984AF3C}" destId="{06B73131-CCE4-48EF-B9A3-D3C7671E4BAD}" srcOrd="0" destOrd="0" presId="urn:microsoft.com/office/officeart/2009/layout/CircleArrowProcess"/>
    <dgm:cxn modelId="{6B739B4D-72FA-46AC-A7FF-776966C5F78F}" type="presParOf" srcId="{91CFF7D5-0A45-4183-AFEA-933BD82033AF}" destId="{7C862A14-CEA7-41DA-A701-5D8AB57CBE6B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77EB53-36EC-42B1-BBDD-A071EAAFB8BB}" type="doc">
      <dgm:prSet loTypeId="urn:microsoft.com/office/officeart/2005/8/layout/hierarchy5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7BCB3-99A6-4A2E-9112-927A0BBD74C7}">
      <dgm:prSet phldrT="[Texte]"/>
      <dgm:spPr/>
      <dgm:t>
        <a:bodyPr/>
        <a:lstStyle/>
        <a:p>
          <a:r>
            <a:rPr lang="en-US" dirty="0"/>
            <a:t>Revue des travaux </a:t>
          </a:r>
          <a:r>
            <a:rPr lang="en-US" dirty="0" err="1"/>
            <a:t>existants</a:t>
          </a:r>
          <a:endParaRPr lang="en-US" dirty="0"/>
        </a:p>
      </dgm:t>
    </dgm:pt>
    <dgm:pt modelId="{B5D8CD49-19B4-4E70-999A-6F61F19E1132}" type="parTrans" cxnId="{A8500F94-88A5-48FA-932E-692AF5725F54}">
      <dgm:prSet/>
      <dgm:spPr/>
      <dgm:t>
        <a:bodyPr/>
        <a:lstStyle/>
        <a:p>
          <a:endParaRPr lang="en-US"/>
        </a:p>
      </dgm:t>
    </dgm:pt>
    <dgm:pt modelId="{DB3BB979-85BE-480C-9109-AA2C68B9644C}" type="sibTrans" cxnId="{A8500F94-88A5-48FA-932E-692AF5725F54}">
      <dgm:prSet/>
      <dgm:spPr/>
      <dgm:t>
        <a:bodyPr/>
        <a:lstStyle/>
        <a:p>
          <a:endParaRPr lang="en-US"/>
        </a:p>
      </dgm:t>
    </dgm:pt>
    <dgm:pt modelId="{1E94A4B0-5411-4538-8914-5990DBF6623B}">
      <dgm:prSet/>
      <dgm:spPr/>
      <dgm:t>
        <a:bodyPr/>
        <a:lstStyle/>
        <a:p>
          <a:r>
            <a:rPr lang="fr-FR" dirty="0"/>
            <a:t>Intégration complexe entre les différents systèmes </a:t>
          </a:r>
          <a:endParaRPr lang="en-US" dirty="0"/>
        </a:p>
      </dgm:t>
    </dgm:pt>
    <dgm:pt modelId="{D4DFDAF2-FB88-470B-8168-F88B152D5EB7}" type="parTrans" cxnId="{8324E432-F31A-4112-960A-D57CCB52E493}">
      <dgm:prSet/>
      <dgm:spPr/>
      <dgm:t>
        <a:bodyPr/>
        <a:lstStyle/>
        <a:p>
          <a:endParaRPr lang="en-US"/>
        </a:p>
      </dgm:t>
    </dgm:pt>
    <dgm:pt modelId="{9FFE3E68-423B-46A7-A5FE-97AC1F754386}" type="sibTrans" cxnId="{8324E432-F31A-4112-960A-D57CCB52E493}">
      <dgm:prSet/>
      <dgm:spPr/>
      <dgm:t>
        <a:bodyPr/>
        <a:lstStyle/>
        <a:p>
          <a:endParaRPr lang="en-US"/>
        </a:p>
      </dgm:t>
    </dgm:pt>
    <dgm:pt modelId="{740F1498-A92B-4F5D-81D1-F7A9A78BC3EA}">
      <dgm:prSet/>
      <dgm:spPr/>
      <dgm:t>
        <a:bodyPr/>
        <a:lstStyle/>
        <a:p>
          <a:r>
            <a:rPr lang="en-US" dirty="0"/>
            <a:t>Separation entre les reporting ,</a:t>
          </a:r>
          <a:r>
            <a:rPr lang="en-US" dirty="0" err="1"/>
            <a:t>d’audit</a:t>
          </a:r>
          <a:r>
            <a:rPr lang="en-US" dirty="0"/>
            <a:t> et </a:t>
          </a:r>
          <a:r>
            <a:rPr lang="en-US" dirty="0" err="1"/>
            <a:t>d’administration</a:t>
          </a:r>
          <a:endParaRPr lang="en-US" dirty="0"/>
        </a:p>
      </dgm:t>
    </dgm:pt>
    <dgm:pt modelId="{6C960B71-7462-4B38-95AC-33A63ECB6A4C}" type="parTrans" cxnId="{734C84A5-98A4-478F-BE5A-DEC000B99332}">
      <dgm:prSet/>
      <dgm:spPr/>
      <dgm:t>
        <a:bodyPr/>
        <a:lstStyle/>
        <a:p>
          <a:endParaRPr lang="en-US"/>
        </a:p>
      </dgm:t>
    </dgm:pt>
    <dgm:pt modelId="{646A0FBE-DAE1-4AAE-98AA-4801AEAE33AE}" type="sibTrans" cxnId="{734C84A5-98A4-478F-BE5A-DEC000B99332}">
      <dgm:prSet/>
      <dgm:spPr/>
      <dgm:t>
        <a:bodyPr/>
        <a:lstStyle/>
        <a:p>
          <a:endParaRPr lang="en-US"/>
        </a:p>
      </dgm:t>
    </dgm:pt>
    <dgm:pt modelId="{B00F1313-B0C1-4337-9BC8-9B5E979A770A}">
      <dgm:prSet/>
      <dgm:spPr/>
      <dgm:t>
        <a:bodyPr/>
        <a:lstStyle/>
        <a:p>
          <a:r>
            <a:rPr lang="en-US" dirty="0"/>
            <a:t>Manque indication  adapts aux administration </a:t>
          </a:r>
        </a:p>
      </dgm:t>
    </dgm:pt>
    <dgm:pt modelId="{E7362C65-697E-4667-9A73-A1B2AC8B189A}" type="sibTrans" cxnId="{928E30C9-2FF9-4DDF-A990-E2A00E744235}">
      <dgm:prSet/>
      <dgm:spPr/>
      <dgm:t>
        <a:bodyPr/>
        <a:lstStyle/>
        <a:p>
          <a:endParaRPr lang="en-US"/>
        </a:p>
      </dgm:t>
    </dgm:pt>
    <dgm:pt modelId="{35A5EFEC-668A-4F92-9B54-B0EB218844C5}" type="parTrans" cxnId="{928E30C9-2FF9-4DDF-A990-E2A00E744235}">
      <dgm:prSet/>
      <dgm:spPr/>
      <dgm:t>
        <a:bodyPr/>
        <a:lstStyle/>
        <a:p>
          <a:endParaRPr lang="en-US"/>
        </a:p>
      </dgm:t>
    </dgm:pt>
    <dgm:pt modelId="{89228B0A-D319-4E35-B720-311BC7F11700}">
      <dgm:prSet/>
      <dgm:spPr/>
      <dgm:t>
        <a:bodyPr/>
        <a:lstStyle/>
        <a:p>
          <a:r>
            <a:rPr lang="fr-BE" noProof="0" dirty="0"/>
            <a:t>Suivi limite des </a:t>
          </a:r>
          <a:r>
            <a:rPr lang="fr-BE" noProof="0" dirty="0" err="1"/>
            <a:t>operations</a:t>
          </a:r>
          <a:r>
            <a:rPr lang="fr-BE" noProof="0" dirty="0"/>
            <a:t> sensibles</a:t>
          </a:r>
        </a:p>
      </dgm:t>
    </dgm:pt>
    <dgm:pt modelId="{4CB46F5E-FCFE-47B0-87F0-99F9E0347152}" type="sibTrans" cxnId="{B3C255E2-E88E-4CA9-A0B9-212222381599}">
      <dgm:prSet/>
      <dgm:spPr/>
      <dgm:t>
        <a:bodyPr/>
        <a:lstStyle/>
        <a:p>
          <a:endParaRPr lang="fr-FR"/>
        </a:p>
      </dgm:t>
    </dgm:pt>
    <dgm:pt modelId="{48118F7F-AFC4-4672-AE7E-7D182A6BCCD3}" type="parTrans" cxnId="{B3C255E2-E88E-4CA9-A0B9-212222381599}">
      <dgm:prSet/>
      <dgm:spPr/>
      <dgm:t>
        <a:bodyPr/>
        <a:lstStyle/>
        <a:p>
          <a:endParaRPr lang="fr-FR"/>
        </a:p>
      </dgm:t>
    </dgm:pt>
    <dgm:pt modelId="{04FD402B-CD59-4DA6-AD75-10DC2D153096}" type="pres">
      <dgm:prSet presAssocID="{C377EB53-36EC-42B1-BBDD-A071EAAFB8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A8078D9-A6D1-48A2-8738-A618451C3B9E}" type="pres">
      <dgm:prSet presAssocID="{C377EB53-36EC-42B1-BBDD-A071EAAFB8BB}" presName="hierFlow" presStyleCnt="0"/>
      <dgm:spPr/>
    </dgm:pt>
    <dgm:pt modelId="{782EABFE-D937-4A1F-8222-8017FABD2E6D}" type="pres">
      <dgm:prSet presAssocID="{C377EB53-36EC-42B1-BBDD-A071EAAFB8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E003716-D28E-47B1-AC52-49B495D25B4A}" type="pres">
      <dgm:prSet presAssocID="{34A7BCB3-99A6-4A2E-9112-927A0BBD74C7}" presName="Name17" presStyleCnt="0"/>
      <dgm:spPr/>
    </dgm:pt>
    <dgm:pt modelId="{87F4F70D-0B94-4F93-9EAE-77384615434B}" type="pres">
      <dgm:prSet presAssocID="{34A7BCB3-99A6-4A2E-9112-927A0BBD74C7}" presName="level1Shape" presStyleLbl="node0" presStyleIdx="0" presStyleCnt="1" custScaleX="134109">
        <dgm:presLayoutVars>
          <dgm:chPref val="3"/>
        </dgm:presLayoutVars>
      </dgm:prSet>
      <dgm:spPr/>
    </dgm:pt>
    <dgm:pt modelId="{6117C05F-4670-4279-BEA3-ADAE98E2CCC5}" type="pres">
      <dgm:prSet presAssocID="{34A7BCB3-99A6-4A2E-9112-927A0BBD74C7}" presName="hierChild2" presStyleCnt="0"/>
      <dgm:spPr/>
    </dgm:pt>
    <dgm:pt modelId="{DA9AD0DE-CCB4-4875-B417-0BAA3F3CF6C8}" type="pres">
      <dgm:prSet presAssocID="{6C960B71-7462-4B38-95AC-33A63ECB6A4C}" presName="Name25" presStyleLbl="parChTrans1D2" presStyleIdx="0" presStyleCnt="4"/>
      <dgm:spPr/>
    </dgm:pt>
    <dgm:pt modelId="{054299D4-3D0D-4EDB-B987-2EAEABF2DF91}" type="pres">
      <dgm:prSet presAssocID="{6C960B71-7462-4B38-95AC-33A63ECB6A4C}" presName="connTx" presStyleLbl="parChTrans1D2" presStyleIdx="0" presStyleCnt="4"/>
      <dgm:spPr/>
    </dgm:pt>
    <dgm:pt modelId="{74BBBD94-B557-45CB-8089-C2B8E40F01B5}" type="pres">
      <dgm:prSet presAssocID="{740F1498-A92B-4F5D-81D1-F7A9A78BC3EA}" presName="Name30" presStyleCnt="0"/>
      <dgm:spPr/>
    </dgm:pt>
    <dgm:pt modelId="{FBE4C144-C565-4AAD-945E-7A19817EFF98}" type="pres">
      <dgm:prSet presAssocID="{740F1498-A92B-4F5D-81D1-F7A9A78BC3EA}" presName="level2Shape" presStyleLbl="node2" presStyleIdx="0" presStyleCnt="4" custScaleX="187147" custLinFactNeighborY="998"/>
      <dgm:spPr/>
    </dgm:pt>
    <dgm:pt modelId="{6E848719-DDD8-4635-8A9E-55C7DC94FB04}" type="pres">
      <dgm:prSet presAssocID="{740F1498-A92B-4F5D-81D1-F7A9A78BC3EA}" presName="hierChild3" presStyleCnt="0"/>
      <dgm:spPr/>
    </dgm:pt>
    <dgm:pt modelId="{1DFE0366-5670-40AE-B53C-47C5488E9578}" type="pres">
      <dgm:prSet presAssocID="{48118F7F-AFC4-4672-AE7E-7D182A6BCCD3}" presName="Name25" presStyleLbl="parChTrans1D2" presStyleIdx="1" presStyleCnt="4"/>
      <dgm:spPr/>
    </dgm:pt>
    <dgm:pt modelId="{3F6C8849-8B36-49B6-B80F-F0432AB485E5}" type="pres">
      <dgm:prSet presAssocID="{48118F7F-AFC4-4672-AE7E-7D182A6BCCD3}" presName="connTx" presStyleLbl="parChTrans1D2" presStyleIdx="1" presStyleCnt="4"/>
      <dgm:spPr/>
    </dgm:pt>
    <dgm:pt modelId="{802CD79A-939F-42F9-984B-0A30A3E836BF}" type="pres">
      <dgm:prSet presAssocID="{89228B0A-D319-4E35-B720-311BC7F11700}" presName="Name30" presStyleCnt="0"/>
      <dgm:spPr/>
    </dgm:pt>
    <dgm:pt modelId="{287D7CA3-66F9-41C8-BE1A-5448843980FF}" type="pres">
      <dgm:prSet presAssocID="{89228B0A-D319-4E35-B720-311BC7F11700}" presName="level2Shape" presStyleLbl="node2" presStyleIdx="1" presStyleCnt="4" custScaleX="190309"/>
      <dgm:spPr/>
    </dgm:pt>
    <dgm:pt modelId="{4FB0599A-2F8C-42AF-B5FB-B05115C144B4}" type="pres">
      <dgm:prSet presAssocID="{89228B0A-D319-4E35-B720-311BC7F11700}" presName="hierChild3" presStyleCnt="0"/>
      <dgm:spPr/>
    </dgm:pt>
    <dgm:pt modelId="{9904639D-9BD5-4AB1-AA33-711A86BD6F46}" type="pres">
      <dgm:prSet presAssocID="{35A5EFEC-668A-4F92-9B54-B0EB218844C5}" presName="Name25" presStyleLbl="parChTrans1D2" presStyleIdx="2" presStyleCnt="4"/>
      <dgm:spPr/>
    </dgm:pt>
    <dgm:pt modelId="{86655F5F-4A62-4A5B-957A-BDC9FF82F9FC}" type="pres">
      <dgm:prSet presAssocID="{35A5EFEC-668A-4F92-9B54-B0EB218844C5}" presName="connTx" presStyleLbl="parChTrans1D2" presStyleIdx="2" presStyleCnt="4"/>
      <dgm:spPr/>
    </dgm:pt>
    <dgm:pt modelId="{50168412-9C16-43E3-90A4-BE9E8639E63A}" type="pres">
      <dgm:prSet presAssocID="{B00F1313-B0C1-4337-9BC8-9B5E979A770A}" presName="Name30" presStyleCnt="0"/>
      <dgm:spPr/>
    </dgm:pt>
    <dgm:pt modelId="{31DA2FF2-D676-40D1-ABAC-298EAF7339F5}" type="pres">
      <dgm:prSet presAssocID="{B00F1313-B0C1-4337-9BC8-9B5E979A770A}" presName="level2Shape" presStyleLbl="node2" presStyleIdx="2" presStyleCnt="4" custScaleX="189433" custLinFactNeighborY="-164"/>
      <dgm:spPr/>
    </dgm:pt>
    <dgm:pt modelId="{B79A7223-B202-40BB-BB59-F576F553D808}" type="pres">
      <dgm:prSet presAssocID="{B00F1313-B0C1-4337-9BC8-9B5E979A770A}" presName="hierChild3" presStyleCnt="0"/>
      <dgm:spPr/>
    </dgm:pt>
    <dgm:pt modelId="{E8B89381-5935-4360-B4A7-9D8B1F51E5AD}" type="pres">
      <dgm:prSet presAssocID="{D4DFDAF2-FB88-470B-8168-F88B152D5EB7}" presName="Name25" presStyleLbl="parChTrans1D2" presStyleIdx="3" presStyleCnt="4"/>
      <dgm:spPr/>
    </dgm:pt>
    <dgm:pt modelId="{38954484-8996-4DCE-8A01-F77C6D7B8DA1}" type="pres">
      <dgm:prSet presAssocID="{D4DFDAF2-FB88-470B-8168-F88B152D5EB7}" presName="connTx" presStyleLbl="parChTrans1D2" presStyleIdx="3" presStyleCnt="4"/>
      <dgm:spPr/>
    </dgm:pt>
    <dgm:pt modelId="{325D8D83-5FEE-4CFC-AE71-C7063B78B62E}" type="pres">
      <dgm:prSet presAssocID="{1E94A4B0-5411-4538-8914-5990DBF6623B}" presName="Name30" presStyleCnt="0"/>
      <dgm:spPr/>
    </dgm:pt>
    <dgm:pt modelId="{F9E73D2A-158A-413F-9895-AD01690FFDCD}" type="pres">
      <dgm:prSet presAssocID="{1E94A4B0-5411-4538-8914-5990DBF6623B}" presName="level2Shape" presStyleLbl="node2" presStyleIdx="3" presStyleCnt="4" custScaleX="189433" custLinFactNeighborY="-164"/>
      <dgm:spPr/>
    </dgm:pt>
    <dgm:pt modelId="{D337D806-0C28-410D-A494-A064BF64EBC0}" type="pres">
      <dgm:prSet presAssocID="{1E94A4B0-5411-4538-8914-5990DBF6623B}" presName="hierChild3" presStyleCnt="0"/>
      <dgm:spPr/>
    </dgm:pt>
    <dgm:pt modelId="{0A4C6E17-04BD-40E0-97AB-636E3738E795}" type="pres">
      <dgm:prSet presAssocID="{C377EB53-36EC-42B1-BBDD-A071EAAFB8BB}" presName="bgShapesFlow" presStyleCnt="0"/>
      <dgm:spPr/>
    </dgm:pt>
  </dgm:ptLst>
  <dgm:cxnLst>
    <dgm:cxn modelId="{DBA8BD0C-1B67-466F-A6EA-95125CC9392E}" type="presOf" srcId="{1E94A4B0-5411-4538-8914-5990DBF6623B}" destId="{F9E73D2A-158A-413F-9895-AD01690FFDCD}" srcOrd="0" destOrd="0" presId="urn:microsoft.com/office/officeart/2005/8/layout/hierarchy5"/>
    <dgm:cxn modelId="{DCDD2D1C-513B-4583-81A7-FE527501F0D5}" type="presOf" srcId="{34A7BCB3-99A6-4A2E-9112-927A0BBD74C7}" destId="{87F4F70D-0B94-4F93-9EAE-77384615434B}" srcOrd="0" destOrd="0" presId="urn:microsoft.com/office/officeart/2005/8/layout/hierarchy5"/>
    <dgm:cxn modelId="{8324E432-F31A-4112-960A-D57CCB52E493}" srcId="{34A7BCB3-99A6-4A2E-9112-927A0BBD74C7}" destId="{1E94A4B0-5411-4538-8914-5990DBF6623B}" srcOrd="3" destOrd="0" parTransId="{D4DFDAF2-FB88-470B-8168-F88B152D5EB7}" sibTransId="{9FFE3E68-423B-46A7-A5FE-97AC1F754386}"/>
    <dgm:cxn modelId="{3BD06C5B-E0A6-484E-950E-33811FD5FDFF}" type="presOf" srcId="{48118F7F-AFC4-4672-AE7E-7D182A6BCCD3}" destId="{3F6C8849-8B36-49B6-B80F-F0432AB485E5}" srcOrd="1" destOrd="0" presId="urn:microsoft.com/office/officeart/2005/8/layout/hierarchy5"/>
    <dgm:cxn modelId="{86E1E25F-96A1-4E2F-9035-936280EA3FCE}" type="presOf" srcId="{48118F7F-AFC4-4672-AE7E-7D182A6BCCD3}" destId="{1DFE0366-5670-40AE-B53C-47C5488E9578}" srcOrd="0" destOrd="0" presId="urn:microsoft.com/office/officeart/2005/8/layout/hierarchy5"/>
    <dgm:cxn modelId="{9989A556-5B1A-4BE8-8456-B6EA65239920}" type="presOf" srcId="{740F1498-A92B-4F5D-81D1-F7A9A78BC3EA}" destId="{FBE4C144-C565-4AAD-945E-7A19817EFF98}" srcOrd="0" destOrd="0" presId="urn:microsoft.com/office/officeart/2005/8/layout/hierarchy5"/>
    <dgm:cxn modelId="{7E60417E-52F2-44A9-8CD4-107108781FE4}" type="presOf" srcId="{C377EB53-36EC-42B1-BBDD-A071EAAFB8BB}" destId="{04FD402B-CD59-4DA6-AD75-10DC2D153096}" srcOrd="0" destOrd="0" presId="urn:microsoft.com/office/officeart/2005/8/layout/hierarchy5"/>
    <dgm:cxn modelId="{A8500F94-88A5-48FA-932E-692AF5725F54}" srcId="{C377EB53-36EC-42B1-BBDD-A071EAAFB8BB}" destId="{34A7BCB3-99A6-4A2E-9112-927A0BBD74C7}" srcOrd="0" destOrd="0" parTransId="{B5D8CD49-19B4-4E70-999A-6F61F19E1132}" sibTransId="{DB3BB979-85BE-480C-9109-AA2C68B9644C}"/>
    <dgm:cxn modelId="{248C1A9D-8EAB-4DDA-B503-290643302617}" type="presOf" srcId="{35A5EFEC-668A-4F92-9B54-B0EB218844C5}" destId="{9904639D-9BD5-4AB1-AA33-711A86BD6F46}" srcOrd="0" destOrd="0" presId="urn:microsoft.com/office/officeart/2005/8/layout/hierarchy5"/>
    <dgm:cxn modelId="{734C84A5-98A4-478F-BE5A-DEC000B99332}" srcId="{34A7BCB3-99A6-4A2E-9112-927A0BBD74C7}" destId="{740F1498-A92B-4F5D-81D1-F7A9A78BC3EA}" srcOrd="0" destOrd="0" parTransId="{6C960B71-7462-4B38-95AC-33A63ECB6A4C}" sibTransId="{646A0FBE-DAE1-4AAE-98AA-4801AEAE33AE}"/>
    <dgm:cxn modelId="{95899AA8-7C1E-4E01-AD69-D05B5021698D}" type="presOf" srcId="{6C960B71-7462-4B38-95AC-33A63ECB6A4C}" destId="{054299D4-3D0D-4EDB-B987-2EAEABF2DF91}" srcOrd="1" destOrd="0" presId="urn:microsoft.com/office/officeart/2005/8/layout/hierarchy5"/>
    <dgm:cxn modelId="{F92471AF-2074-4B4C-85CA-770BECEE36B2}" type="presOf" srcId="{89228B0A-D319-4E35-B720-311BC7F11700}" destId="{287D7CA3-66F9-41C8-BE1A-5448843980FF}" srcOrd="0" destOrd="0" presId="urn:microsoft.com/office/officeart/2005/8/layout/hierarchy5"/>
    <dgm:cxn modelId="{EEF189BD-F563-47A7-8BF4-CD22C2BAA12C}" type="presOf" srcId="{D4DFDAF2-FB88-470B-8168-F88B152D5EB7}" destId="{E8B89381-5935-4360-B4A7-9D8B1F51E5AD}" srcOrd="0" destOrd="0" presId="urn:microsoft.com/office/officeart/2005/8/layout/hierarchy5"/>
    <dgm:cxn modelId="{00E8E7BD-5E0D-4758-B37E-ECFDD8F5CFEC}" type="presOf" srcId="{35A5EFEC-668A-4F92-9B54-B0EB218844C5}" destId="{86655F5F-4A62-4A5B-957A-BDC9FF82F9FC}" srcOrd="1" destOrd="0" presId="urn:microsoft.com/office/officeart/2005/8/layout/hierarchy5"/>
    <dgm:cxn modelId="{99EB1FC5-F9C1-472C-9A9F-568787DC84D9}" type="presOf" srcId="{6C960B71-7462-4B38-95AC-33A63ECB6A4C}" destId="{DA9AD0DE-CCB4-4875-B417-0BAA3F3CF6C8}" srcOrd="0" destOrd="0" presId="urn:microsoft.com/office/officeart/2005/8/layout/hierarchy5"/>
    <dgm:cxn modelId="{928E30C9-2FF9-4DDF-A990-E2A00E744235}" srcId="{34A7BCB3-99A6-4A2E-9112-927A0BBD74C7}" destId="{B00F1313-B0C1-4337-9BC8-9B5E979A770A}" srcOrd="2" destOrd="0" parTransId="{35A5EFEC-668A-4F92-9B54-B0EB218844C5}" sibTransId="{E7362C65-697E-4667-9A73-A1B2AC8B189A}"/>
    <dgm:cxn modelId="{B3C255E2-E88E-4CA9-A0B9-212222381599}" srcId="{34A7BCB3-99A6-4A2E-9112-927A0BBD74C7}" destId="{89228B0A-D319-4E35-B720-311BC7F11700}" srcOrd="1" destOrd="0" parTransId="{48118F7F-AFC4-4672-AE7E-7D182A6BCCD3}" sibTransId="{4CB46F5E-FCFE-47B0-87F0-99F9E0347152}"/>
    <dgm:cxn modelId="{BC0F98EC-AAA0-406B-9CD9-E4B3DD04D8EA}" type="presOf" srcId="{B00F1313-B0C1-4337-9BC8-9B5E979A770A}" destId="{31DA2FF2-D676-40D1-ABAC-298EAF7339F5}" srcOrd="0" destOrd="0" presId="urn:microsoft.com/office/officeart/2005/8/layout/hierarchy5"/>
    <dgm:cxn modelId="{8978A8FE-F4E0-4DB7-BA06-D06926899FA7}" type="presOf" srcId="{D4DFDAF2-FB88-470B-8168-F88B152D5EB7}" destId="{38954484-8996-4DCE-8A01-F77C6D7B8DA1}" srcOrd="1" destOrd="0" presId="urn:microsoft.com/office/officeart/2005/8/layout/hierarchy5"/>
    <dgm:cxn modelId="{209EBADE-348D-4001-AB73-879415D807E9}" type="presParOf" srcId="{04FD402B-CD59-4DA6-AD75-10DC2D153096}" destId="{2A8078D9-A6D1-48A2-8738-A618451C3B9E}" srcOrd="0" destOrd="0" presId="urn:microsoft.com/office/officeart/2005/8/layout/hierarchy5"/>
    <dgm:cxn modelId="{1D158CE8-378A-4F1F-B7B6-E528EC8B837B}" type="presParOf" srcId="{2A8078D9-A6D1-48A2-8738-A618451C3B9E}" destId="{782EABFE-D937-4A1F-8222-8017FABD2E6D}" srcOrd="0" destOrd="0" presId="urn:microsoft.com/office/officeart/2005/8/layout/hierarchy5"/>
    <dgm:cxn modelId="{92A6867D-D091-44D9-99C3-715957BAA310}" type="presParOf" srcId="{782EABFE-D937-4A1F-8222-8017FABD2E6D}" destId="{CE003716-D28E-47B1-AC52-49B495D25B4A}" srcOrd="0" destOrd="0" presId="urn:microsoft.com/office/officeart/2005/8/layout/hierarchy5"/>
    <dgm:cxn modelId="{69DB20AF-DA4A-4BF4-8A79-2D89194CE967}" type="presParOf" srcId="{CE003716-D28E-47B1-AC52-49B495D25B4A}" destId="{87F4F70D-0B94-4F93-9EAE-77384615434B}" srcOrd="0" destOrd="0" presId="urn:microsoft.com/office/officeart/2005/8/layout/hierarchy5"/>
    <dgm:cxn modelId="{1CB75C79-42DF-42E7-8E20-C94B979CEBE9}" type="presParOf" srcId="{CE003716-D28E-47B1-AC52-49B495D25B4A}" destId="{6117C05F-4670-4279-BEA3-ADAE98E2CCC5}" srcOrd="1" destOrd="0" presId="urn:microsoft.com/office/officeart/2005/8/layout/hierarchy5"/>
    <dgm:cxn modelId="{2C35233F-306E-418F-960F-BC9437C4D69C}" type="presParOf" srcId="{6117C05F-4670-4279-BEA3-ADAE98E2CCC5}" destId="{DA9AD0DE-CCB4-4875-B417-0BAA3F3CF6C8}" srcOrd="0" destOrd="0" presId="urn:microsoft.com/office/officeart/2005/8/layout/hierarchy5"/>
    <dgm:cxn modelId="{AFA2CC19-B23B-4780-9741-53DD4A9EEE08}" type="presParOf" srcId="{DA9AD0DE-CCB4-4875-B417-0BAA3F3CF6C8}" destId="{054299D4-3D0D-4EDB-B987-2EAEABF2DF91}" srcOrd="0" destOrd="0" presId="urn:microsoft.com/office/officeart/2005/8/layout/hierarchy5"/>
    <dgm:cxn modelId="{3309DBC9-6665-401C-BB1D-427562B82B58}" type="presParOf" srcId="{6117C05F-4670-4279-BEA3-ADAE98E2CCC5}" destId="{74BBBD94-B557-45CB-8089-C2B8E40F01B5}" srcOrd="1" destOrd="0" presId="urn:microsoft.com/office/officeart/2005/8/layout/hierarchy5"/>
    <dgm:cxn modelId="{85E459E5-F96B-4AE0-9BDB-7DDD9D6A6C2A}" type="presParOf" srcId="{74BBBD94-B557-45CB-8089-C2B8E40F01B5}" destId="{FBE4C144-C565-4AAD-945E-7A19817EFF98}" srcOrd="0" destOrd="0" presId="urn:microsoft.com/office/officeart/2005/8/layout/hierarchy5"/>
    <dgm:cxn modelId="{DE01C1D8-5EEB-4977-AD93-559C760BF12D}" type="presParOf" srcId="{74BBBD94-B557-45CB-8089-C2B8E40F01B5}" destId="{6E848719-DDD8-4635-8A9E-55C7DC94FB04}" srcOrd="1" destOrd="0" presId="urn:microsoft.com/office/officeart/2005/8/layout/hierarchy5"/>
    <dgm:cxn modelId="{11A406D9-84F0-490E-8404-B90B86093078}" type="presParOf" srcId="{6117C05F-4670-4279-BEA3-ADAE98E2CCC5}" destId="{1DFE0366-5670-40AE-B53C-47C5488E9578}" srcOrd="2" destOrd="0" presId="urn:microsoft.com/office/officeart/2005/8/layout/hierarchy5"/>
    <dgm:cxn modelId="{0A2AB558-FC86-4553-ACE9-D3232729B79E}" type="presParOf" srcId="{1DFE0366-5670-40AE-B53C-47C5488E9578}" destId="{3F6C8849-8B36-49B6-B80F-F0432AB485E5}" srcOrd="0" destOrd="0" presId="urn:microsoft.com/office/officeart/2005/8/layout/hierarchy5"/>
    <dgm:cxn modelId="{4A5DE6E8-4B75-4E50-8B96-78F9B44F6633}" type="presParOf" srcId="{6117C05F-4670-4279-BEA3-ADAE98E2CCC5}" destId="{802CD79A-939F-42F9-984B-0A30A3E836BF}" srcOrd="3" destOrd="0" presId="urn:microsoft.com/office/officeart/2005/8/layout/hierarchy5"/>
    <dgm:cxn modelId="{35CB3466-8B5A-4B64-914F-FF2AE4964BB4}" type="presParOf" srcId="{802CD79A-939F-42F9-984B-0A30A3E836BF}" destId="{287D7CA3-66F9-41C8-BE1A-5448843980FF}" srcOrd="0" destOrd="0" presId="urn:microsoft.com/office/officeart/2005/8/layout/hierarchy5"/>
    <dgm:cxn modelId="{F7BA5849-E3D5-4F2C-8F01-3ADDB4B902E6}" type="presParOf" srcId="{802CD79A-939F-42F9-984B-0A30A3E836BF}" destId="{4FB0599A-2F8C-42AF-B5FB-B05115C144B4}" srcOrd="1" destOrd="0" presId="urn:microsoft.com/office/officeart/2005/8/layout/hierarchy5"/>
    <dgm:cxn modelId="{A964CEE4-6293-416B-8FCA-A8150C5CCDD2}" type="presParOf" srcId="{6117C05F-4670-4279-BEA3-ADAE98E2CCC5}" destId="{9904639D-9BD5-4AB1-AA33-711A86BD6F46}" srcOrd="4" destOrd="0" presId="urn:microsoft.com/office/officeart/2005/8/layout/hierarchy5"/>
    <dgm:cxn modelId="{ACD2ECF1-250C-4015-B557-1B0515BDC7BC}" type="presParOf" srcId="{9904639D-9BD5-4AB1-AA33-711A86BD6F46}" destId="{86655F5F-4A62-4A5B-957A-BDC9FF82F9FC}" srcOrd="0" destOrd="0" presId="urn:microsoft.com/office/officeart/2005/8/layout/hierarchy5"/>
    <dgm:cxn modelId="{38006D00-C0AC-4960-9BE3-BFAF5AAAB47D}" type="presParOf" srcId="{6117C05F-4670-4279-BEA3-ADAE98E2CCC5}" destId="{50168412-9C16-43E3-90A4-BE9E8639E63A}" srcOrd="5" destOrd="0" presId="urn:microsoft.com/office/officeart/2005/8/layout/hierarchy5"/>
    <dgm:cxn modelId="{2C0A4A3D-8BDD-40F1-BC02-CD4B62E22A75}" type="presParOf" srcId="{50168412-9C16-43E3-90A4-BE9E8639E63A}" destId="{31DA2FF2-D676-40D1-ABAC-298EAF7339F5}" srcOrd="0" destOrd="0" presId="urn:microsoft.com/office/officeart/2005/8/layout/hierarchy5"/>
    <dgm:cxn modelId="{C3B04104-1EC8-4832-9529-3B059FEF4F87}" type="presParOf" srcId="{50168412-9C16-43E3-90A4-BE9E8639E63A}" destId="{B79A7223-B202-40BB-BB59-F576F553D808}" srcOrd="1" destOrd="0" presId="urn:microsoft.com/office/officeart/2005/8/layout/hierarchy5"/>
    <dgm:cxn modelId="{A6AE0D7A-4DDE-4D3A-A70D-98155536979C}" type="presParOf" srcId="{6117C05F-4670-4279-BEA3-ADAE98E2CCC5}" destId="{E8B89381-5935-4360-B4A7-9D8B1F51E5AD}" srcOrd="6" destOrd="0" presId="urn:microsoft.com/office/officeart/2005/8/layout/hierarchy5"/>
    <dgm:cxn modelId="{1747A295-AA8A-4DF4-9E42-8D931B1941A5}" type="presParOf" srcId="{E8B89381-5935-4360-B4A7-9D8B1F51E5AD}" destId="{38954484-8996-4DCE-8A01-F77C6D7B8DA1}" srcOrd="0" destOrd="0" presId="urn:microsoft.com/office/officeart/2005/8/layout/hierarchy5"/>
    <dgm:cxn modelId="{66200A11-817A-4EF8-BEEF-26891088E30A}" type="presParOf" srcId="{6117C05F-4670-4279-BEA3-ADAE98E2CCC5}" destId="{325D8D83-5FEE-4CFC-AE71-C7063B78B62E}" srcOrd="7" destOrd="0" presId="urn:microsoft.com/office/officeart/2005/8/layout/hierarchy5"/>
    <dgm:cxn modelId="{4C61803A-9E20-438B-A2B2-4D0F9E9DEEEC}" type="presParOf" srcId="{325D8D83-5FEE-4CFC-AE71-C7063B78B62E}" destId="{F9E73D2A-158A-413F-9895-AD01690FFDCD}" srcOrd="0" destOrd="0" presId="urn:microsoft.com/office/officeart/2005/8/layout/hierarchy5"/>
    <dgm:cxn modelId="{5C010AB4-C222-4E8A-A0AE-427B64A476FF}" type="presParOf" srcId="{325D8D83-5FEE-4CFC-AE71-C7063B78B62E}" destId="{D337D806-0C28-410D-A494-A064BF64EBC0}" srcOrd="1" destOrd="0" presId="urn:microsoft.com/office/officeart/2005/8/layout/hierarchy5"/>
    <dgm:cxn modelId="{219DF5B8-19FA-4290-BE60-6383B94BB939}" type="presParOf" srcId="{04FD402B-CD59-4DA6-AD75-10DC2D153096}" destId="{0A4C6E17-04BD-40E0-97AB-636E3738E79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3EBB7AD-94D2-4FC0-85FC-A52175E19060}" type="doc">
      <dgm:prSet loTypeId="urn:microsoft.com/office/officeart/2005/8/layout/hierarchy2" loCatId="hierarchy" qsTypeId="urn:microsoft.com/office/officeart/2005/8/quickstyle/3d2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A407DC8-C480-46F4-A044-F489595066B7}">
      <dgm:prSet phldrT="[Texte]"/>
      <dgm:spPr/>
      <dgm:t>
        <a:bodyPr/>
        <a:lstStyle/>
        <a:p>
          <a:r>
            <a:rPr lang="en-US" dirty="0"/>
            <a:t>La </a:t>
          </a:r>
          <a:r>
            <a:rPr lang="fr-FR" dirty="0"/>
            <a:t>solutions existantes</a:t>
          </a:r>
          <a:endParaRPr lang="en-US" dirty="0"/>
        </a:p>
      </dgm:t>
    </dgm:pt>
    <dgm:pt modelId="{B2CB5DE6-C762-4F6A-B1BB-44B525AF1C8D}" type="parTrans" cxnId="{E1767F60-4CB1-4B42-8EC4-3F62CD36808F}">
      <dgm:prSet/>
      <dgm:spPr/>
      <dgm:t>
        <a:bodyPr/>
        <a:lstStyle/>
        <a:p>
          <a:endParaRPr lang="en-US"/>
        </a:p>
      </dgm:t>
    </dgm:pt>
    <dgm:pt modelId="{0BBBF694-18C0-487C-BD0B-5DA9836EF97F}" type="sibTrans" cxnId="{E1767F60-4CB1-4B42-8EC4-3F62CD36808F}">
      <dgm:prSet/>
      <dgm:spPr/>
      <dgm:t>
        <a:bodyPr/>
        <a:lstStyle/>
        <a:p>
          <a:endParaRPr lang="en-US"/>
        </a:p>
      </dgm:t>
    </dgm:pt>
    <dgm:pt modelId="{8BAC778D-45A2-48E2-9165-0AAE5DEE076A}">
      <dgm:prSet/>
      <dgm:spPr/>
      <dgm:t>
        <a:bodyPr/>
        <a:lstStyle/>
        <a:p>
          <a:r>
            <a:rPr lang="en-US" dirty="0"/>
            <a:t>Solutions locales : il y a pas des solution </a:t>
          </a:r>
        </a:p>
      </dgm:t>
    </dgm:pt>
    <dgm:pt modelId="{5ABC58DD-246E-4FD7-89E3-1E57AE237E20}" type="parTrans" cxnId="{3725D068-3155-46BE-BC38-1ACD7AC572B7}">
      <dgm:prSet/>
      <dgm:spPr/>
      <dgm:t>
        <a:bodyPr/>
        <a:lstStyle/>
        <a:p>
          <a:endParaRPr lang="en-US"/>
        </a:p>
      </dgm:t>
    </dgm:pt>
    <dgm:pt modelId="{4DF68FB4-59BB-459F-894C-B6FBD0ADD241}" type="sibTrans" cxnId="{3725D068-3155-46BE-BC38-1ACD7AC572B7}">
      <dgm:prSet/>
      <dgm:spPr/>
      <dgm:t>
        <a:bodyPr/>
        <a:lstStyle/>
        <a:p>
          <a:endParaRPr lang="en-US"/>
        </a:p>
      </dgm:t>
    </dgm:pt>
    <dgm:pt modelId="{5C590A34-EE22-4D79-9933-6401789E06DB}">
      <dgm:prSet/>
      <dgm:spPr/>
      <dgm:t>
        <a:bodyPr/>
        <a:lstStyle/>
        <a:p>
          <a:r>
            <a:rPr lang="en-US" dirty="0"/>
            <a:t>Solutions internationales : PayPal (Business Dashboard), Stripe </a:t>
          </a:r>
        </a:p>
      </dgm:t>
    </dgm:pt>
    <dgm:pt modelId="{E7A9B746-7D5D-4E14-B356-0C0C99373B14}" type="parTrans" cxnId="{A847E0B8-88F4-45A2-838E-1D77A3817303}">
      <dgm:prSet/>
      <dgm:spPr/>
      <dgm:t>
        <a:bodyPr/>
        <a:lstStyle/>
        <a:p>
          <a:endParaRPr lang="en-US"/>
        </a:p>
      </dgm:t>
    </dgm:pt>
    <dgm:pt modelId="{B5EDB93E-CC39-4F8E-A574-A531A679389C}" type="sibTrans" cxnId="{A847E0B8-88F4-45A2-838E-1D77A3817303}">
      <dgm:prSet/>
      <dgm:spPr/>
      <dgm:t>
        <a:bodyPr/>
        <a:lstStyle/>
        <a:p>
          <a:endParaRPr lang="en-US"/>
        </a:p>
      </dgm:t>
    </dgm:pt>
    <dgm:pt modelId="{99CDB4E2-80D6-4008-9D38-A353A6DC688E}">
      <dgm:prSet/>
      <dgm:spPr/>
      <dgm:t>
        <a:bodyPr/>
        <a:lstStyle/>
        <a:p>
          <a:r>
            <a:rPr lang="fr-FR" dirty="0"/>
            <a:t>Systèmes d'administration </a:t>
          </a:r>
          <a:endParaRPr lang="en-US" dirty="0"/>
        </a:p>
      </dgm:t>
    </dgm:pt>
    <dgm:pt modelId="{B9289244-09AF-44F2-A80C-4B09BBAB5226}" type="parTrans" cxnId="{F718A7E9-4E35-4EEC-B129-6DB212CC063B}">
      <dgm:prSet/>
      <dgm:spPr/>
      <dgm:t>
        <a:bodyPr/>
        <a:lstStyle/>
        <a:p>
          <a:endParaRPr lang="fr-FR"/>
        </a:p>
      </dgm:t>
    </dgm:pt>
    <dgm:pt modelId="{BE05F841-8F23-4053-B724-4872ACDF265D}" type="sibTrans" cxnId="{F718A7E9-4E35-4EEC-B129-6DB212CC063B}">
      <dgm:prSet/>
      <dgm:spPr/>
      <dgm:t>
        <a:bodyPr/>
        <a:lstStyle/>
        <a:p>
          <a:endParaRPr lang="fr-FR"/>
        </a:p>
      </dgm:t>
    </dgm:pt>
    <dgm:pt modelId="{1DB440E5-2A4F-453B-9543-8D1267A57A49}">
      <dgm:prSet/>
      <dgm:spPr/>
      <dgm:t>
        <a:bodyPr/>
        <a:lstStyle/>
        <a:p>
          <a:r>
            <a:rPr lang="en-US" dirty="0" err="1"/>
            <a:t>Outils</a:t>
          </a:r>
          <a:r>
            <a:rPr lang="en-US" dirty="0"/>
            <a:t> de reporting (Power BI, Tableau, Looker Studio)</a:t>
          </a:r>
        </a:p>
      </dgm:t>
    </dgm:pt>
    <dgm:pt modelId="{FE4CDBBA-D1F9-442A-BD95-E473CFC11153}" type="parTrans" cxnId="{0F51C901-DBB8-4E34-9E0C-26CED86E1250}">
      <dgm:prSet/>
      <dgm:spPr/>
      <dgm:t>
        <a:bodyPr/>
        <a:lstStyle/>
        <a:p>
          <a:endParaRPr lang="fr-FR"/>
        </a:p>
      </dgm:t>
    </dgm:pt>
    <dgm:pt modelId="{5C829708-57E8-42F3-A2E6-95D9FB814743}" type="sibTrans" cxnId="{0F51C901-DBB8-4E34-9E0C-26CED86E1250}">
      <dgm:prSet/>
      <dgm:spPr/>
      <dgm:t>
        <a:bodyPr/>
        <a:lstStyle/>
        <a:p>
          <a:endParaRPr lang="fr-FR"/>
        </a:p>
      </dgm:t>
    </dgm:pt>
    <dgm:pt modelId="{0D073DD2-FDBB-4B6A-9339-17FE5A049853}">
      <dgm:prSet/>
      <dgm:spPr/>
      <dgm:t>
        <a:bodyPr/>
        <a:lstStyle/>
        <a:p>
          <a:r>
            <a:rPr lang="fr-FR" dirty="0"/>
            <a:t>Systèmes d'audit (IBM </a:t>
          </a:r>
          <a:r>
            <a:rPr lang="fr-FR" dirty="0" err="1"/>
            <a:t>QRadar</a:t>
          </a:r>
          <a:r>
            <a:rPr lang="fr-FR" dirty="0"/>
            <a:t>)</a:t>
          </a:r>
          <a:endParaRPr lang="en-US" dirty="0"/>
        </a:p>
      </dgm:t>
    </dgm:pt>
    <dgm:pt modelId="{B7909A37-DED2-4A05-8519-C5D5A2A1C184}" type="parTrans" cxnId="{E1374F3C-66D9-4189-9812-E08C351E8A6C}">
      <dgm:prSet/>
      <dgm:spPr/>
      <dgm:t>
        <a:bodyPr/>
        <a:lstStyle/>
        <a:p>
          <a:endParaRPr lang="fr-FR"/>
        </a:p>
      </dgm:t>
    </dgm:pt>
    <dgm:pt modelId="{2511E4F6-99AB-470D-825C-E017CEE56E46}" type="sibTrans" cxnId="{E1374F3C-66D9-4189-9812-E08C351E8A6C}">
      <dgm:prSet/>
      <dgm:spPr/>
      <dgm:t>
        <a:bodyPr/>
        <a:lstStyle/>
        <a:p>
          <a:endParaRPr lang="fr-FR"/>
        </a:p>
      </dgm:t>
    </dgm:pt>
    <dgm:pt modelId="{772881DC-FB3F-4B20-85AB-F5879A72380D}" type="pres">
      <dgm:prSet presAssocID="{C3EBB7AD-94D2-4FC0-85FC-A52175E1906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494912E-4918-4633-8BC9-D4FCDD2086C8}" type="pres">
      <dgm:prSet presAssocID="{EA407DC8-C480-46F4-A044-F489595066B7}" presName="root1" presStyleCnt="0"/>
      <dgm:spPr/>
    </dgm:pt>
    <dgm:pt modelId="{5CB8073B-A338-464D-9CB7-67BA0E791CD9}" type="pres">
      <dgm:prSet presAssocID="{EA407DC8-C480-46F4-A044-F489595066B7}" presName="LevelOneTextNode" presStyleLbl="node0" presStyleIdx="0" presStyleCnt="1" custScaleX="216257">
        <dgm:presLayoutVars>
          <dgm:chPref val="3"/>
        </dgm:presLayoutVars>
      </dgm:prSet>
      <dgm:spPr/>
    </dgm:pt>
    <dgm:pt modelId="{1EE7FA99-7A9E-41BF-A99F-15D6A25AF5DF}" type="pres">
      <dgm:prSet presAssocID="{EA407DC8-C480-46F4-A044-F489595066B7}" presName="level2hierChild" presStyleCnt="0"/>
      <dgm:spPr/>
    </dgm:pt>
    <dgm:pt modelId="{A2AC43AD-8047-46E8-AFBC-AEB32038AEC0}" type="pres">
      <dgm:prSet presAssocID="{5ABC58DD-246E-4FD7-89E3-1E57AE237E20}" presName="conn2-1" presStyleLbl="parChTrans1D2" presStyleIdx="0" presStyleCnt="5"/>
      <dgm:spPr/>
    </dgm:pt>
    <dgm:pt modelId="{1EFD6ACB-1A8C-42B2-AC8F-15AB9E545816}" type="pres">
      <dgm:prSet presAssocID="{5ABC58DD-246E-4FD7-89E3-1E57AE237E20}" presName="connTx" presStyleLbl="parChTrans1D2" presStyleIdx="0" presStyleCnt="5"/>
      <dgm:spPr/>
    </dgm:pt>
    <dgm:pt modelId="{55A58C0A-1FBA-4792-B589-0D5599F626A2}" type="pres">
      <dgm:prSet presAssocID="{8BAC778D-45A2-48E2-9165-0AAE5DEE076A}" presName="root2" presStyleCnt="0"/>
      <dgm:spPr/>
    </dgm:pt>
    <dgm:pt modelId="{F81D67C4-4400-44DC-86D0-F7EFCB94BE2D}" type="pres">
      <dgm:prSet presAssocID="{8BAC778D-45A2-48E2-9165-0AAE5DEE076A}" presName="LevelTwoTextNode" presStyleLbl="node2" presStyleIdx="0" presStyleCnt="5" custScaleX="232955">
        <dgm:presLayoutVars>
          <dgm:chPref val="3"/>
        </dgm:presLayoutVars>
      </dgm:prSet>
      <dgm:spPr/>
    </dgm:pt>
    <dgm:pt modelId="{D9FB943A-8848-4F12-9BB0-E414C84E9819}" type="pres">
      <dgm:prSet presAssocID="{8BAC778D-45A2-48E2-9165-0AAE5DEE076A}" presName="level3hierChild" presStyleCnt="0"/>
      <dgm:spPr/>
    </dgm:pt>
    <dgm:pt modelId="{7D8DA46C-589C-4241-9B79-2F1FF3ABD803}" type="pres">
      <dgm:prSet presAssocID="{E7A9B746-7D5D-4E14-B356-0C0C99373B14}" presName="conn2-1" presStyleLbl="parChTrans1D2" presStyleIdx="1" presStyleCnt="5"/>
      <dgm:spPr/>
    </dgm:pt>
    <dgm:pt modelId="{C102FBD0-DF0F-4778-B34C-E74AC2FE892F}" type="pres">
      <dgm:prSet presAssocID="{E7A9B746-7D5D-4E14-B356-0C0C99373B14}" presName="connTx" presStyleLbl="parChTrans1D2" presStyleIdx="1" presStyleCnt="5"/>
      <dgm:spPr/>
    </dgm:pt>
    <dgm:pt modelId="{A78C47C4-BA33-494D-978B-B70F1F4DC371}" type="pres">
      <dgm:prSet presAssocID="{5C590A34-EE22-4D79-9933-6401789E06DB}" presName="root2" presStyleCnt="0"/>
      <dgm:spPr/>
    </dgm:pt>
    <dgm:pt modelId="{316874BD-1E7F-4F1D-A260-52D0DBA6B8BE}" type="pres">
      <dgm:prSet presAssocID="{5C590A34-EE22-4D79-9933-6401789E06DB}" presName="LevelTwoTextNode" presStyleLbl="node2" presStyleIdx="1" presStyleCnt="5" custScaleX="232955">
        <dgm:presLayoutVars>
          <dgm:chPref val="3"/>
        </dgm:presLayoutVars>
      </dgm:prSet>
      <dgm:spPr/>
    </dgm:pt>
    <dgm:pt modelId="{552531E2-3C13-4E16-B5D6-E7D0929FAB00}" type="pres">
      <dgm:prSet presAssocID="{5C590A34-EE22-4D79-9933-6401789E06DB}" presName="level3hierChild" presStyleCnt="0"/>
      <dgm:spPr/>
    </dgm:pt>
    <dgm:pt modelId="{EDEDC9A0-0B75-4DD0-B175-88155B0CDAA8}" type="pres">
      <dgm:prSet presAssocID="{FE4CDBBA-D1F9-442A-BD95-E473CFC11153}" presName="conn2-1" presStyleLbl="parChTrans1D2" presStyleIdx="2" presStyleCnt="5"/>
      <dgm:spPr/>
    </dgm:pt>
    <dgm:pt modelId="{D8804817-B4A2-4641-8AB2-DD02FC27106B}" type="pres">
      <dgm:prSet presAssocID="{FE4CDBBA-D1F9-442A-BD95-E473CFC11153}" presName="connTx" presStyleLbl="parChTrans1D2" presStyleIdx="2" presStyleCnt="5"/>
      <dgm:spPr/>
    </dgm:pt>
    <dgm:pt modelId="{42C5FD13-40AB-4862-9207-C8888E76CE5E}" type="pres">
      <dgm:prSet presAssocID="{1DB440E5-2A4F-453B-9543-8D1267A57A49}" presName="root2" presStyleCnt="0"/>
      <dgm:spPr/>
    </dgm:pt>
    <dgm:pt modelId="{0BA85EB1-7395-43BC-81AB-1D260C378445}" type="pres">
      <dgm:prSet presAssocID="{1DB440E5-2A4F-453B-9543-8D1267A57A49}" presName="LevelTwoTextNode" presStyleLbl="node2" presStyleIdx="2" presStyleCnt="5" custScaleX="229657">
        <dgm:presLayoutVars>
          <dgm:chPref val="3"/>
        </dgm:presLayoutVars>
      </dgm:prSet>
      <dgm:spPr/>
    </dgm:pt>
    <dgm:pt modelId="{A5981D8A-4954-488E-AFA2-ED9409645245}" type="pres">
      <dgm:prSet presAssocID="{1DB440E5-2A4F-453B-9543-8D1267A57A49}" presName="level3hierChild" presStyleCnt="0"/>
      <dgm:spPr/>
    </dgm:pt>
    <dgm:pt modelId="{1C80ED56-3B25-4D82-A55C-07948594511C}" type="pres">
      <dgm:prSet presAssocID="{B7909A37-DED2-4A05-8519-C5D5A2A1C184}" presName="conn2-1" presStyleLbl="parChTrans1D2" presStyleIdx="3" presStyleCnt="5"/>
      <dgm:spPr/>
    </dgm:pt>
    <dgm:pt modelId="{03EF3929-012D-4EEE-A49B-5739AAD09FE4}" type="pres">
      <dgm:prSet presAssocID="{B7909A37-DED2-4A05-8519-C5D5A2A1C184}" presName="connTx" presStyleLbl="parChTrans1D2" presStyleIdx="3" presStyleCnt="5"/>
      <dgm:spPr/>
    </dgm:pt>
    <dgm:pt modelId="{AF1A2177-8B0D-4782-9D6E-56CCB0E8950B}" type="pres">
      <dgm:prSet presAssocID="{0D073DD2-FDBB-4B6A-9339-17FE5A049853}" presName="root2" presStyleCnt="0"/>
      <dgm:spPr/>
    </dgm:pt>
    <dgm:pt modelId="{35844B5E-7D9D-4D6F-AD08-D5DC2A048A38}" type="pres">
      <dgm:prSet presAssocID="{0D073DD2-FDBB-4B6A-9339-17FE5A049853}" presName="LevelTwoTextNode" presStyleLbl="node2" presStyleIdx="3" presStyleCnt="5" custScaleX="229657">
        <dgm:presLayoutVars>
          <dgm:chPref val="3"/>
        </dgm:presLayoutVars>
      </dgm:prSet>
      <dgm:spPr/>
    </dgm:pt>
    <dgm:pt modelId="{10764A72-0A80-40D5-9EEF-64637CE15F39}" type="pres">
      <dgm:prSet presAssocID="{0D073DD2-FDBB-4B6A-9339-17FE5A049853}" presName="level3hierChild" presStyleCnt="0"/>
      <dgm:spPr/>
    </dgm:pt>
    <dgm:pt modelId="{89C04487-317A-4FA5-B9FA-F45F6DA8A308}" type="pres">
      <dgm:prSet presAssocID="{B9289244-09AF-44F2-A80C-4B09BBAB5226}" presName="conn2-1" presStyleLbl="parChTrans1D2" presStyleIdx="4" presStyleCnt="5"/>
      <dgm:spPr/>
    </dgm:pt>
    <dgm:pt modelId="{7537C1B1-B422-49A6-95A0-2D979D7C2313}" type="pres">
      <dgm:prSet presAssocID="{B9289244-09AF-44F2-A80C-4B09BBAB5226}" presName="connTx" presStyleLbl="parChTrans1D2" presStyleIdx="4" presStyleCnt="5"/>
      <dgm:spPr/>
    </dgm:pt>
    <dgm:pt modelId="{E146B6D3-0ED6-4EB5-B295-FCF50C68985E}" type="pres">
      <dgm:prSet presAssocID="{99CDB4E2-80D6-4008-9D38-A353A6DC688E}" presName="root2" presStyleCnt="0"/>
      <dgm:spPr/>
    </dgm:pt>
    <dgm:pt modelId="{91FF095F-CE31-43A7-A934-1B622EEE09A7}" type="pres">
      <dgm:prSet presAssocID="{99CDB4E2-80D6-4008-9D38-A353A6DC688E}" presName="LevelTwoTextNode" presStyleLbl="node2" presStyleIdx="4" presStyleCnt="5" custScaleX="229657">
        <dgm:presLayoutVars>
          <dgm:chPref val="3"/>
        </dgm:presLayoutVars>
      </dgm:prSet>
      <dgm:spPr/>
    </dgm:pt>
    <dgm:pt modelId="{4DEC79DB-E669-4F71-8400-4F707F5758F8}" type="pres">
      <dgm:prSet presAssocID="{99CDB4E2-80D6-4008-9D38-A353A6DC688E}" presName="level3hierChild" presStyleCnt="0"/>
      <dgm:spPr/>
    </dgm:pt>
  </dgm:ptLst>
  <dgm:cxnLst>
    <dgm:cxn modelId="{0F51C901-DBB8-4E34-9E0C-26CED86E1250}" srcId="{EA407DC8-C480-46F4-A044-F489595066B7}" destId="{1DB440E5-2A4F-453B-9543-8D1267A57A49}" srcOrd="2" destOrd="0" parTransId="{FE4CDBBA-D1F9-442A-BD95-E473CFC11153}" sibTransId="{5C829708-57E8-42F3-A2E6-95D9FB814743}"/>
    <dgm:cxn modelId="{B16A521C-7468-421D-88C0-301E2F77E9AF}" type="presOf" srcId="{E7A9B746-7D5D-4E14-B356-0C0C99373B14}" destId="{7D8DA46C-589C-4241-9B79-2F1FF3ABD803}" srcOrd="0" destOrd="0" presId="urn:microsoft.com/office/officeart/2005/8/layout/hierarchy2"/>
    <dgm:cxn modelId="{AF7B4E2F-CD77-4CA3-9A3E-E8B909182E93}" type="presOf" srcId="{FE4CDBBA-D1F9-442A-BD95-E473CFC11153}" destId="{EDEDC9A0-0B75-4DD0-B175-88155B0CDAA8}" srcOrd="0" destOrd="0" presId="urn:microsoft.com/office/officeart/2005/8/layout/hierarchy2"/>
    <dgm:cxn modelId="{E1374F3C-66D9-4189-9812-E08C351E8A6C}" srcId="{EA407DC8-C480-46F4-A044-F489595066B7}" destId="{0D073DD2-FDBB-4B6A-9339-17FE5A049853}" srcOrd="3" destOrd="0" parTransId="{B7909A37-DED2-4A05-8519-C5D5A2A1C184}" sibTransId="{2511E4F6-99AB-470D-825C-E017CEE56E46}"/>
    <dgm:cxn modelId="{E1767F60-4CB1-4B42-8EC4-3F62CD36808F}" srcId="{C3EBB7AD-94D2-4FC0-85FC-A52175E19060}" destId="{EA407DC8-C480-46F4-A044-F489595066B7}" srcOrd="0" destOrd="0" parTransId="{B2CB5DE6-C762-4F6A-B1BB-44B525AF1C8D}" sibTransId="{0BBBF694-18C0-487C-BD0B-5DA9836EF97F}"/>
    <dgm:cxn modelId="{3725D068-3155-46BE-BC38-1ACD7AC572B7}" srcId="{EA407DC8-C480-46F4-A044-F489595066B7}" destId="{8BAC778D-45A2-48E2-9165-0AAE5DEE076A}" srcOrd="0" destOrd="0" parTransId="{5ABC58DD-246E-4FD7-89E3-1E57AE237E20}" sibTransId="{4DF68FB4-59BB-459F-894C-B6FBD0ADD241}"/>
    <dgm:cxn modelId="{7B90344A-B2C9-4AEE-95FC-FC6A6BA92B2A}" type="presOf" srcId="{5ABC58DD-246E-4FD7-89E3-1E57AE237E20}" destId="{A2AC43AD-8047-46E8-AFBC-AEB32038AEC0}" srcOrd="0" destOrd="0" presId="urn:microsoft.com/office/officeart/2005/8/layout/hierarchy2"/>
    <dgm:cxn modelId="{FC949B4A-E578-474D-AFD2-877B850790C2}" type="presOf" srcId="{0D073DD2-FDBB-4B6A-9339-17FE5A049853}" destId="{35844B5E-7D9D-4D6F-AD08-D5DC2A048A38}" srcOrd="0" destOrd="0" presId="urn:microsoft.com/office/officeart/2005/8/layout/hierarchy2"/>
    <dgm:cxn modelId="{2E00EC6C-316C-4083-AED7-9579A027120C}" type="presOf" srcId="{B9289244-09AF-44F2-A80C-4B09BBAB5226}" destId="{7537C1B1-B422-49A6-95A0-2D979D7C2313}" srcOrd="1" destOrd="0" presId="urn:microsoft.com/office/officeart/2005/8/layout/hierarchy2"/>
    <dgm:cxn modelId="{FD6A674E-75AC-4924-B612-F585591FECFC}" type="presOf" srcId="{8BAC778D-45A2-48E2-9165-0AAE5DEE076A}" destId="{F81D67C4-4400-44DC-86D0-F7EFCB94BE2D}" srcOrd="0" destOrd="0" presId="urn:microsoft.com/office/officeart/2005/8/layout/hierarchy2"/>
    <dgm:cxn modelId="{AB49A54E-94CB-45CA-B8BD-CB0452C5DE06}" type="presOf" srcId="{B7909A37-DED2-4A05-8519-C5D5A2A1C184}" destId="{03EF3929-012D-4EEE-A49B-5739AAD09FE4}" srcOrd="1" destOrd="0" presId="urn:microsoft.com/office/officeart/2005/8/layout/hierarchy2"/>
    <dgm:cxn modelId="{14C9A072-CD63-42E5-A3CC-954643AEB43F}" type="presOf" srcId="{B7909A37-DED2-4A05-8519-C5D5A2A1C184}" destId="{1C80ED56-3B25-4D82-A55C-07948594511C}" srcOrd="0" destOrd="0" presId="urn:microsoft.com/office/officeart/2005/8/layout/hierarchy2"/>
    <dgm:cxn modelId="{AFB13057-A698-4AD7-81F3-EB3284D0D3BF}" type="presOf" srcId="{FE4CDBBA-D1F9-442A-BD95-E473CFC11153}" destId="{D8804817-B4A2-4641-8AB2-DD02FC27106B}" srcOrd="1" destOrd="0" presId="urn:microsoft.com/office/officeart/2005/8/layout/hierarchy2"/>
    <dgm:cxn modelId="{5DB92793-C608-499A-B9F6-E1609BC033C8}" type="presOf" srcId="{B9289244-09AF-44F2-A80C-4B09BBAB5226}" destId="{89C04487-317A-4FA5-B9FA-F45F6DA8A308}" srcOrd="0" destOrd="0" presId="urn:microsoft.com/office/officeart/2005/8/layout/hierarchy2"/>
    <dgm:cxn modelId="{333E919A-CFE9-4DFE-BFAA-93E55AFC33FD}" type="presOf" srcId="{E7A9B746-7D5D-4E14-B356-0C0C99373B14}" destId="{C102FBD0-DF0F-4778-B34C-E74AC2FE892F}" srcOrd="1" destOrd="0" presId="urn:microsoft.com/office/officeart/2005/8/layout/hierarchy2"/>
    <dgm:cxn modelId="{5F59A8AA-56B5-496F-BE66-8D70CFCCCFDE}" type="presOf" srcId="{EA407DC8-C480-46F4-A044-F489595066B7}" destId="{5CB8073B-A338-464D-9CB7-67BA0E791CD9}" srcOrd="0" destOrd="0" presId="urn:microsoft.com/office/officeart/2005/8/layout/hierarchy2"/>
    <dgm:cxn modelId="{A847E0B8-88F4-45A2-838E-1D77A3817303}" srcId="{EA407DC8-C480-46F4-A044-F489595066B7}" destId="{5C590A34-EE22-4D79-9933-6401789E06DB}" srcOrd="1" destOrd="0" parTransId="{E7A9B746-7D5D-4E14-B356-0C0C99373B14}" sibTransId="{B5EDB93E-CC39-4F8E-A574-A531A679389C}"/>
    <dgm:cxn modelId="{C2D063DD-9628-4215-B0D9-405CBC7F6E8F}" type="presOf" srcId="{5C590A34-EE22-4D79-9933-6401789E06DB}" destId="{316874BD-1E7F-4F1D-A260-52D0DBA6B8BE}" srcOrd="0" destOrd="0" presId="urn:microsoft.com/office/officeart/2005/8/layout/hierarchy2"/>
    <dgm:cxn modelId="{C78803DF-454B-4939-BA0A-DC6C938D998B}" type="presOf" srcId="{99CDB4E2-80D6-4008-9D38-A353A6DC688E}" destId="{91FF095F-CE31-43A7-A934-1B622EEE09A7}" srcOrd="0" destOrd="0" presId="urn:microsoft.com/office/officeart/2005/8/layout/hierarchy2"/>
    <dgm:cxn modelId="{F718A7E9-4E35-4EEC-B129-6DB212CC063B}" srcId="{EA407DC8-C480-46F4-A044-F489595066B7}" destId="{99CDB4E2-80D6-4008-9D38-A353A6DC688E}" srcOrd="4" destOrd="0" parTransId="{B9289244-09AF-44F2-A80C-4B09BBAB5226}" sibTransId="{BE05F841-8F23-4053-B724-4872ACDF265D}"/>
    <dgm:cxn modelId="{04C489ED-5B29-4E0B-B4F8-D30D1080837E}" type="presOf" srcId="{5ABC58DD-246E-4FD7-89E3-1E57AE237E20}" destId="{1EFD6ACB-1A8C-42B2-AC8F-15AB9E545816}" srcOrd="1" destOrd="0" presId="urn:microsoft.com/office/officeart/2005/8/layout/hierarchy2"/>
    <dgm:cxn modelId="{9252BAF6-9A78-47F7-BD5E-81A632614DE5}" type="presOf" srcId="{C3EBB7AD-94D2-4FC0-85FC-A52175E19060}" destId="{772881DC-FB3F-4B20-85AB-F5879A72380D}" srcOrd="0" destOrd="0" presId="urn:microsoft.com/office/officeart/2005/8/layout/hierarchy2"/>
    <dgm:cxn modelId="{E8C1E5FE-6A32-407A-9A3D-43034062A99A}" type="presOf" srcId="{1DB440E5-2A4F-453B-9543-8D1267A57A49}" destId="{0BA85EB1-7395-43BC-81AB-1D260C378445}" srcOrd="0" destOrd="0" presId="urn:microsoft.com/office/officeart/2005/8/layout/hierarchy2"/>
    <dgm:cxn modelId="{EF7E1272-0AB0-4DB4-A254-1D4E8B06E8B4}" type="presParOf" srcId="{772881DC-FB3F-4B20-85AB-F5879A72380D}" destId="{B494912E-4918-4633-8BC9-D4FCDD2086C8}" srcOrd="0" destOrd="0" presId="urn:microsoft.com/office/officeart/2005/8/layout/hierarchy2"/>
    <dgm:cxn modelId="{4A7F7C9B-BC6E-4B44-ACB8-5D131A6E08C1}" type="presParOf" srcId="{B494912E-4918-4633-8BC9-D4FCDD2086C8}" destId="{5CB8073B-A338-464D-9CB7-67BA0E791CD9}" srcOrd="0" destOrd="0" presId="urn:microsoft.com/office/officeart/2005/8/layout/hierarchy2"/>
    <dgm:cxn modelId="{AB82998D-5984-489F-883B-A4ACAAF15612}" type="presParOf" srcId="{B494912E-4918-4633-8BC9-D4FCDD2086C8}" destId="{1EE7FA99-7A9E-41BF-A99F-15D6A25AF5DF}" srcOrd="1" destOrd="0" presId="urn:microsoft.com/office/officeart/2005/8/layout/hierarchy2"/>
    <dgm:cxn modelId="{964D3EC8-A6C8-44B8-A8FE-8A42C6DD2DD9}" type="presParOf" srcId="{1EE7FA99-7A9E-41BF-A99F-15D6A25AF5DF}" destId="{A2AC43AD-8047-46E8-AFBC-AEB32038AEC0}" srcOrd="0" destOrd="0" presId="urn:microsoft.com/office/officeart/2005/8/layout/hierarchy2"/>
    <dgm:cxn modelId="{22B2B2A3-F5B5-449C-A8E8-ECBF19C95F55}" type="presParOf" srcId="{A2AC43AD-8047-46E8-AFBC-AEB32038AEC0}" destId="{1EFD6ACB-1A8C-42B2-AC8F-15AB9E545816}" srcOrd="0" destOrd="0" presId="urn:microsoft.com/office/officeart/2005/8/layout/hierarchy2"/>
    <dgm:cxn modelId="{C4E96AB2-1422-4EE5-B5B9-1C08527E6B9C}" type="presParOf" srcId="{1EE7FA99-7A9E-41BF-A99F-15D6A25AF5DF}" destId="{55A58C0A-1FBA-4792-B589-0D5599F626A2}" srcOrd="1" destOrd="0" presId="urn:microsoft.com/office/officeart/2005/8/layout/hierarchy2"/>
    <dgm:cxn modelId="{9FD69447-2499-4431-9836-9E44DCBE11FB}" type="presParOf" srcId="{55A58C0A-1FBA-4792-B589-0D5599F626A2}" destId="{F81D67C4-4400-44DC-86D0-F7EFCB94BE2D}" srcOrd="0" destOrd="0" presId="urn:microsoft.com/office/officeart/2005/8/layout/hierarchy2"/>
    <dgm:cxn modelId="{A36F5E6A-87B4-4389-8626-7DDA0E77B9D1}" type="presParOf" srcId="{55A58C0A-1FBA-4792-B589-0D5599F626A2}" destId="{D9FB943A-8848-4F12-9BB0-E414C84E9819}" srcOrd="1" destOrd="0" presId="urn:microsoft.com/office/officeart/2005/8/layout/hierarchy2"/>
    <dgm:cxn modelId="{DEE1FDD9-16EC-4226-A17F-F114F0FB38A6}" type="presParOf" srcId="{1EE7FA99-7A9E-41BF-A99F-15D6A25AF5DF}" destId="{7D8DA46C-589C-4241-9B79-2F1FF3ABD803}" srcOrd="2" destOrd="0" presId="urn:microsoft.com/office/officeart/2005/8/layout/hierarchy2"/>
    <dgm:cxn modelId="{D376AB8A-3B51-4A4D-9EC9-2DF8D05FB4A0}" type="presParOf" srcId="{7D8DA46C-589C-4241-9B79-2F1FF3ABD803}" destId="{C102FBD0-DF0F-4778-B34C-E74AC2FE892F}" srcOrd="0" destOrd="0" presId="urn:microsoft.com/office/officeart/2005/8/layout/hierarchy2"/>
    <dgm:cxn modelId="{1E8B51E6-E77E-4074-9481-FA025339E860}" type="presParOf" srcId="{1EE7FA99-7A9E-41BF-A99F-15D6A25AF5DF}" destId="{A78C47C4-BA33-494D-978B-B70F1F4DC371}" srcOrd="3" destOrd="0" presId="urn:microsoft.com/office/officeart/2005/8/layout/hierarchy2"/>
    <dgm:cxn modelId="{AB280038-BCAE-4484-9DA8-B875A6EF43BF}" type="presParOf" srcId="{A78C47C4-BA33-494D-978B-B70F1F4DC371}" destId="{316874BD-1E7F-4F1D-A260-52D0DBA6B8BE}" srcOrd="0" destOrd="0" presId="urn:microsoft.com/office/officeart/2005/8/layout/hierarchy2"/>
    <dgm:cxn modelId="{9234CD76-D433-44A4-8D4C-CD50FB1ECDA8}" type="presParOf" srcId="{A78C47C4-BA33-494D-978B-B70F1F4DC371}" destId="{552531E2-3C13-4E16-B5D6-E7D0929FAB00}" srcOrd="1" destOrd="0" presId="urn:microsoft.com/office/officeart/2005/8/layout/hierarchy2"/>
    <dgm:cxn modelId="{1165136B-0EEA-4B51-B916-00B5767A0F08}" type="presParOf" srcId="{1EE7FA99-7A9E-41BF-A99F-15D6A25AF5DF}" destId="{EDEDC9A0-0B75-4DD0-B175-88155B0CDAA8}" srcOrd="4" destOrd="0" presId="urn:microsoft.com/office/officeart/2005/8/layout/hierarchy2"/>
    <dgm:cxn modelId="{CB5FC8CB-75DC-46E0-9CBB-B7736437C706}" type="presParOf" srcId="{EDEDC9A0-0B75-4DD0-B175-88155B0CDAA8}" destId="{D8804817-B4A2-4641-8AB2-DD02FC27106B}" srcOrd="0" destOrd="0" presId="urn:microsoft.com/office/officeart/2005/8/layout/hierarchy2"/>
    <dgm:cxn modelId="{C381B99E-E6B2-44AB-8FD3-503DAA87C63C}" type="presParOf" srcId="{1EE7FA99-7A9E-41BF-A99F-15D6A25AF5DF}" destId="{42C5FD13-40AB-4862-9207-C8888E76CE5E}" srcOrd="5" destOrd="0" presId="urn:microsoft.com/office/officeart/2005/8/layout/hierarchy2"/>
    <dgm:cxn modelId="{62612E1B-B7F4-4D39-9538-224D20152FCF}" type="presParOf" srcId="{42C5FD13-40AB-4862-9207-C8888E76CE5E}" destId="{0BA85EB1-7395-43BC-81AB-1D260C378445}" srcOrd="0" destOrd="0" presId="urn:microsoft.com/office/officeart/2005/8/layout/hierarchy2"/>
    <dgm:cxn modelId="{05AEF393-E679-4C4C-B77A-E4E253A9255E}" type="presParOf" srcId="{42C5FD13-40AB-4862-9207-C8888E76CE5E}" destId="{A5981D8A-4954-488E-AFA2-ED9409645245}" srcOrd="1" destOrd="0" presId="urn:microsoft.com/office/officeart/2005/8/layout/hierarchy2"/>
    <dgm:cxn modelId="{DA2617BD-B3B2-484F-A723-013B29A7C0FF}" type="presParOf" srcId="{1EE7FA99-7A9E-41BF-A99F-15D6A25AF5DF}" destId="{1C80ED56-3B25-4D82-A55C-07948594511C}" srcOrd="6" destOrd="0" presId="urn:microsoft.com/office/officeart/2005/8/layout/hierarchy2"/>
    <dgm:cxn modelId="{387FF78C-DD49-4A85-A98F-804E6D93D57E}" type="presParOf" srcId="{1C80ED56-3B25-4D82-A55C-07948594511C}" destId="{03EF3929-012D-4EEE-A49B-5739AAD09FE4}" srcOrd="0" destOrd="0" presId="urn:microsoft.com/office/officeart/2005/8/layout/hierarchy2"/>
    <dgm:cxn modelId="{FC371864-881F-4131-90C8-4C348C0922F2}" type="presParOf" srcId="{1EE7FA99-7A9E-41BF-A99F-15D6A25AF5DF}" destId="{AF1A2177-8B0D-4782-9D6E-56CCB0E8950B}" srcOrd="7" destOrd="0" presId="urn:microsoft.com/office/officeart/2005/8/layout/hierarchy2"/>
    <dgm:cxn modelId="{3B1CD383-01F9-48FC-A58D-5ADAA954FDC0}" type="presParOf" srcId="{AF1A2177-8B0D-4782-9D6E-56CCB0E8950B}" destId="{35844B5E-7D9D-4D6F-AD08-D5DC2A048A38}" srcOrd="0" destOrd="0" presId="urn:microsoft.com/office/officeart/2005/8/layout/hierarchy2"/>
    <dgm:cxn modelId="{D0FCC8C9-0792-409D-92CF-A9A74AE67255}" type="presParOf" srcId="{AF1A2177-8B0D-4782-9D6E-56CCB0E8950B}" destId="{10764A72-0A80-40D5-9EEF-64637CE15F39}" srcOrd="1" destOrd="0" presId="urn:microsoft.com/office/officeart/2005/8/layout/hierarchy2"/>
    <dgm:cxn modelId="{E1CD90A9-F521-4D92-BC9E-3C6B3CC22486}" type="presParOf" srcId="{1EE7FA99-7A9E-41BF-A99F-15D6A25AF5DF}" destId="{89C04487-317A-4FA5-B9FA-F45F6DA8A308}" srcOrd="8" destOrd="0" presId="urn:microsoft.com/office/officeart/2005/8/layout/hierarchy2"/>
    <dgm:cxn modelId="{3ED56E6B-03C1-47F7-97D4-134D8F672E56}" type="presParOf" srcId="{89C04487-317A-4FA5-B9FA-F45F6DA8A308}" destId="{7537C1B1-B422-49A6-95A0-2D979D7C2313}" srcOrd="0" destOrd="0" presId="urn:microsoft.com/office/officeart/2005/8/layout/hierarchy2"/>
    <dgm:cxn modelId="{A588AFFD-2C4C-4511-B2CC-534F8578EF5A}" type="presParOf" srcId="{1EE7FA99-7A9E-41BF-A99F-15D6A25AF5DF}" destId="{E146B6D3-0ED6-4EB5-B295-FCF50C68985E}" srcOrd="9" destOrd="0" presId="urn:microsoft.com/office/officeart/2005/8/layout/hierarchy2"/>
    <dgm:cxn modelId="{D66E34BF-0C17-480C-BF31-04FC3F04C9B4}" type="presParOf" srcId="{E146B6D3-0ED6-4EB5-B295-FCF50C68985E}" destId="{91FF095F-CE31-43A7-A934-1B622EEE09A7}" srcOrd="0" destOrd="0" presId="urn:microsoft.com/office/officeart/2005/8/layout/hierarchy2"/>
    <dgm:cxn modelId="{63D3AE7B-3328-4CB3-A47B-1A9B4803FB76}" type="presParOf" srcId="{E146B6D3-0ED6-4EB5-B295-FCF50C68985E}" destId="{4DEC79DB-E669-4F71-8400-4F707F5758F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ABC7EB-A55E-415B-BCE8-F18739B42673}" type="doc">
      <dgm:prSet loTypeId="urn:microsoft.com/office/officeart/2005/8/layout/hierarchy2" loCatId="hierarchy" qsTypeId="urn:microsoft.com/office/officeart/2005/8/quickstyle/3d2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03E6D7D-577D-4D5F-B6FB-B9AF5E8F4D72}">
      <dgm:prSet phldrT="[Texte]"/>
      <dgm:spPr/>
      <dgm:t>
        <a:bodyPr/>
        <a:lstStyle/>
        <a:p>
          <a:r>
            <a:rPr lang="en-US" dirty="0"/>
            <a:t>Les </a:t>
          </a:r>
          <a:r>
            <a:rPr lang="en-US" dirty="0" err="1"/>
            <a:t>limites</a:t>
          </a:r>
          <a:r>
            <a:rPr lang="en-US" dirty="0"/>
            <a:t> des solutions </a:t>
          </a:r>
        </a:p>
      </dgm:t>
    </dgm:pt>
    <dgm:pt modelId="{2DD7542C-15A2-4881-AE4D-F7712CAD88F7}" type="parTrans" cxnId="{385EF711-0AA0-4513-9972-7907D0CFADE1}">
      <dgm:prSet/>
      <dgm:spPr/>
      <dgm:t>
        <a:bodyPr/>
        <a:lstStyle/>
        <a:p>
          <a:endParaRPr lang="en-US"/>
        </a:p>
      </dgm:t>
    </dgm:pt>
    <dgm:pt modelId="{9BE79819-B920-4B97-AED1-755EC80F8067}" type="sibTrans" cxnId="{385EF711-0AA0-4513-9972-7907D0CFADE1}">
      <dgm:prSet/>
      <dgm:spPr/>
      <dgm:t>
        <a:bodyPr/>
        <a:lstStyle/>
        <a:p>
          <a:endParaRPr lang="en-US"/>
        </a:p>
      </dgm:t>
    </dgm:pt>
    <dgm:pt modelId="{4FDEEADA-AB7A-410D-921E-32DB7C9F7E54}">
      <dgm:prSet/>
      <dgm:spPr/>
      <dgm:t>
        <a:bodyPr/>
        <a:lstStyle/>
        <a:p>
          <a:r>
            <a:rPr lang="fr-FR" dirty="0"/>
            <a:t>Gestion limitée des rôles spécialisés</a:t>
          </a:r>
          <a:endParaRPr lang="en-US" dirty="0"/>
        </a:p>
      </dgm:t>
    </dgm:pt>
    <dgm:pt modelId="{84867DF3-06AE-48D5-9AB3-3775BA9E8748}" type="parTrans" cxnId="{6CBCA243-45AE-4E98-B9B1-47237988AAA0}">
      <dgm:prSet/>
      <dgm:spPr/>
      <dgm:t>
        <a:bodyPr/>
        <a:lstStyle/>
        <a:p>
          <a:endParaRPr lang="en-US"/>
        </a:p>
      </dgm:t>
    </dgm:pt>
    <dgm:pt modelId="{DB243BAB-32DB-46AB-AB4A-CEDE645B9C4D}" type="sibTrans" cxnId="{6CBCA243-45AE-4E98-B9B1-47237988AAA0}">
      <dgm:prSet/>
      <dgm:spPr/>
      <dgm:t>
        <a:bodyPr/>
        <a:lstStyle/>
        <a:p>
          <a:endParaRPr lang="en-US"/>
        </a:p>
      </dgm:t>
    </dgm:pt>
    <dgm:pt modelId="{C8439193-6D14-4878-99FD-7F0770B64AAB}">
      <dgm:prSet/>
      <dgm:spPr/>
      <dgm:t>
        <a:bodyPr/>
        <a:lstStyle/>
        <a:p>
          <a:r>
            <a:rPr lang="en-US" dirty="0"/>
            <a:t>Manque de reporting structuré</a:t>
          </a:r>
        </a:p>
      </dgm:t>
    </dgm:pt>
    <dgm:pt modelId="{E8A4D78F-CF6A-4F1B-A61D-BC83016008AD}" type="parTrans" cxnId="{BD706BDC-32D0-4F4A-9F4F-BBAA62E6E068}">
      <dgm:prSet/>
      <dgm:spPr/>
      <dgm:t>
        <a:bodyPr/>
        <a:lstStyle/>
        <a:p>
          <a:endParaRPr lang="en-US"/>
        </a:p>
      </dgm:t>
    </dgm:pt>
    <dgm:pt modelId="{3C31EA98-89CE-4BDE-8726-2F0B4BDDC63D}" type="sibTrans" cxnId="{BD706BDC-32D0-4F4A-9F4F-BBAA62E6E068}">
      <dgm:prSet/>
      <dgm:spPr/>
      <dgm:t>
        <a:bodyPr/>
        <a:lstStyle/>
        <a:p>
          <a:endParaRPr lang="en-US"/>
        </a:p>
      </dgm:t>
    </dgm:pt>
    <dgm:pt modelId="{2F30D8C6-2FC7-4050-B62E-41F20E4E26E9}">
      <dgm:prSet/>
      <dgm:spPr/>
      <dgm:t>
        <a:bodyPr/>
        <a:lstStyle/>
        <a:p>
          <a:r>
            <a:rPr lang="fr-FR" dirty="0"/>
            <a:t>Faible traçabilité des actions sensibles</a:t>
          </a:r>
          <a:endParaRPr lang="en-US" dirty="0"/>
        </a:p>
      </dgm:t>
    </dgm:pt>
    <dgm:pt modelId="{560CAA6D-A9B5-4949-8941-5BEA8DE67286}" type="parTrans" cxnId="{4F2EE14E-056F-4209-A3D0-81E5D3BA0E87}">
      <dgm:prSet/>
      <dgm:spPr/>
      <dgm:t>
        <a:bodyPr/>
        <a:lstStyle/>
        <a:p>
          <a:endParaRPr lang="en-US"/>
        </a:p>
      </dgm:t>
    </dgm:pt>
    <dgm:pt modelId="{749C7875-1D5A-40D1-956A-BE5497D93436}" type="sibTrans" cxnId="{4F2EE14E-056F-4209-A3D0-81E5D3BA0E87}">
      <dgm:prSet/>
      <dgm:spPr/>
      <dgm:t>
        <a:bodyPr/>
        <a:lstStyle/>
        <a:p>
          <a:endParaRPr lang="en-US"/>
        </a:p>
      </dgm:t>
    </dgm:pt>
    <dgm:pt modelId="{8ACA9912-D370-4D62-B211-AE8926B64B7A}">
      <dgm:prSet/>
      <dgm:spPr/>
      <dgm:t>
        <a:bodyPr/>
        <a:lstStyle/>
        <a:p>
          <a:r>
            <a:rPr lang="en-US" dirty="0"/>
            <a:t>Supervision interne insuffisante</a:t>
          </a:r>
        </a:p>
      </dgm:t>
    </dgm:pt>
    <dgm:pt modelId="{DEE312B6-7650-4C21-950B-71B499E4AEC3}" type="parTrans" cxnId="{1C26CF92-014B-4E7C-AB63-8072F19028CF}">
      <dgm:prSet/>
      <dgm:spPr/>
      <dgm:t>
        <a:bodyPr/>
        <a:lstStyle/>
        <a:p>
          <a:endParaRPr lang="en-US"/>
        </a:p>
      </dgm:t>
    </dgm:pt>
    <dgm:pt modelId="{F7278435-9EB6-48F0-A338-2ECAB025F834}" type="sibTrans" cxnId="{1C26CF92-014B-4E7C-AB63-8072F19028CF}">
      <dgm:prSet/>
      <dgm:spPr/>
      <dgm:t>
        <a:bodyPr/>
        <a:lstStyle/>
        <a:p>
          <a:endParaRPr lang="en-US"/>
        </a:p>
      </dgm:t>
    </dgm:pt>
    <dgm:pt modelId="{02029CCD-12A3-4498-A198-117176B6B9D1}">
      <dgm:prSet/>
      <dgm:spPr/>
      <dgm:t>
        <a:bodyPr/>
        <a:lstStyle/>
        <a:p>
          <a:r>
            <a:rPr lang="fr-FR" dirty="0"/>
            <a:t>couvrent principalement  les opérations de base</a:t>
          </a:r>
          <a:endParaRPr lang="en-US" dirty="0"/>
        </a:p>
      </dgm:t>
    </dgm:pt>
    <dgm:pt modelId="{927EBD86-2AA4-40C3-8449-C91F7B79346A}" type="parTrans" cxnId="{205FB12A-B7C6-49D4-9AD1-53A5E3A1D0C0}">
      <dgm:prSet/>
      <dgm:spPr/>
      <dgm:t>
        <a:bodyPr/>
        <a:lstStyle/>
        <a:p>
          <a:endParaRPr lang="en-US"/>
        </a:p>
      </dgm:t>
    </dgm:pt>
    <dgm:pt modelId="{D051FAFC-EDC2-49F5-8E65-A69737226319}" type="sibTrans" cxnId="{205FB12A-B7C6-49D4-9AD1-53A5E3A1D0C0}">
      <dgm:prSet/>
      <dgm:spPr/>
      <dgm:t>
        <a:bodyPr/>
        <a:lstStyle/>
        <a:p>
          <a:endParaRPr lang="en-US"/>
        </a:p>
      </dgm:t>
    </dgm:pt>
    <dgm:pt modelId="{4670EEE2-D365-4DF0-BF5D-FA35CABDBA79}" type="pres">
      <dgm:prSet presAssocID="{2AABC7EB-A55E-415B-BCE8-F18739B4267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28E5B7-0769-4C22-BE59-F5FF6F0B527D}" type="pres">
      <dgm:prSet presAssocID="{303E6D7D-577D-4D5F-B6FB-B9AF5E8F4D72}" presName="root1" presStyleCnt="0"/>
      <dgm:spPr/>
    </dgm:pt>
    <dgm:pt modelId="{36975A99-9372-4D55-A89E-7286585F259B}" type="pres">
      <dgm:prSet presAssocID="{303E6D7D-577D-4D5F-B6FB-B9AF5E8F4D72}" presName="LevelOneTextNode" presStyleLbl="node0" presStyleIdx="0" presStyleCnt="1" custScaleX="181284">
        <dgm:presLayoutVars>
          <dgm:chPref val="3"/>
        </dgm:presLayoutVars>
      </dgm:prSet>
      <dgm:spPr/>
    </dgm:pt>
    <dgm:pt modelId="{37358A4E-C1F5-4CA5-9A50-9F9B5880A6FF}" type="pres">
      <dgm:prSet presAssocID="{303E6D7D-577D-4D5F-B6FB-B9AF5E8F4D72}" presName="level2hierChild" presStyleCnt="0"/>
      <dgm:spPr/>
    </dgm:pt>
    <dgm:pt modelId="{C9B5551E-84FE-44F6-9957-3A2CFC191C0C}" type="pres">
      <dgm:prSet presAssocID="{84867DF3-06AE-48D5-9AB3-3775BA9E8748}" presName="conn2-1" presStyleLbl="parChTrans1D2" presStyleIdx="0" presStyleCnt="5"/>
      <dgm:spPr/>
    </dgm:pt>
    <dgm:pt modelId="{0C529422-79CC-4226-B88C-3BDA9A8439EB}" type="pres">
      <dgm:prSet presAssocID="{84867DF3-06AE-48D5-9AB3-3775BA9E8748}" presName="connTx" presStyleLbl="parChTrans1D2" presStyleIdx="0" presStyleCnt="5"/>
      <dgm:spPr/>
    </dgm:pt>
    <dgm:pt modelId="{11BFFCAB-A854-4927-A92D-48F7D34251EE}" type="pres">
      <dgm:prSet presAssocID="{4FDEEADA-AB7A-410D-921E-32DB7C9F7E54}" presName="root2" presStyleCnt="0"/>
      <dgm:spPr/>
    </dgm:pt>
    <dgm:pt modelId="{5C950264-1A8E-4736-BBAB-3844CCB4C6D3}" type="pres">
      <dgm:prSet presAssocID="{4FDEEADA-AB7A-410D-921E-32DB7C9F7E54}" presName="LevelTwoTextNode" presStyleLbl="node2" presStyleIdx="0" presStyleCnt="5" custScaleX="197204">
        <dgm:presLayoutVars>
          <dgm:chPref val="3"/>
        </dgm:presLayoutVars>
      </dgm:prSet>
      <dgm:spPr/>
    </dgm:pt>
    <dgm:pt modelId="{D3CE58CB-2D73-4EDA-973F-2A101BA6A65C}" type="pres">
      <dgm:prSet presAssocID="{4FDEEADA-AB7A-410D-921E-32DB7C9F7E54}" presName="level3hierChild" presStyleCnt="0"/>
      <dgm:spPr/>
    </dgm:pt>
    <dgm:pt modelId="{8CA7A4D0-81A6-4423-971E-F0190739A6E4}" type="pres">
      <dgm:prSet presAssocID="{927EBD86-2AA4-40C3-8449-C91F7B79346A}" presName="conn2-1" presStyleLbl="parChTrans1D2" presStyleIdx="1" presStyleCnt="5"/>
      <dgm:spPr/>
    </dgm:pt>
    <dgm:pt modelId="{3D7329EE-B9D4-4FE6-A0F3-A53F63161ED2}" type="pres">
      <dgm:prSet presAssocID="{927EBD86-2AA4-40C3-8449-C91F7B79346A}" presName="connTx" presStyleLbl="parChTrans1D2" presStyleIdx="1" presStyleCnt="5"/>
      <dgm:spPr/>
    </dgm:pt>
    <dgm:pt modelId="{9D297205-9489-4914-8593-261CBC3CB184}" type="pres">
      <dgm:prSet presAssocID="{02029CCD-12A3-4498-A198-117176B6B9D1}" presName="root2" presStyleCnt="0"/>
      <dgm:spPr/>
    </dgm:pt>
    <dgm:pt modelId="{00923A4F-3B6E-4D09-BF9D-4E12C1980EA6}" type="pres">
      <dgm:prSet presAssocID="{02029CCD-12A3-4498-A198-117176B6B9D1}" presName="LevelTwoTextNode" presStyleLbl="node2" presStyleIdx="1" presStyleCnt="5" custScaleX="197204">
        <dgm:presLayoutVars>
          <dgm:chPref val="3"/>
        </dgm:presLayoutVars>
      </dgm:prSet>
      <dgm:spPr/>
    </dgm:pt>
    <dgm:pt modelId="{4A3EEDF4-08AB-4462-BCFC-14C4651954BC}" type="pres">
      <dgm:prSet presAssocID="{02029CCD-12A3-4498-A198-117176B6B9D1}" presName="level3hierChild" presStyleCnt="0"/>
      <dgm:spPr/>
    </dgm:pt>
    <dgm:pt modelId="{CF31EAE0-2C6E-429D-A26A-553ADB988DE1}" type="pres">
      <dgm:prSet presAssocID="{E8A4D78F-CF6A-4F1B-A61D-BC83016008AD}" presName="conn2-1" presStyleLbl="parChTrans1D2" presStyleIdx="2" presStyleCnt="5"/>
      <dgm:spPr/>
    </dgm:pt>
    <dgm:pt modelId="{5D673EAB-D009-4340-85E7-3027958E0FF1}" type="pres">
      <dgm:prSet presAssocID="{E8A4D78F-CF6A-4F1B-A61D-BC83016008AD}" presName="connTx" presStyleLbl="parChTrans1D2" presStyleIdx="2" presStyleCnt="5"/>
      <dgm:spPr/>
    </dgm:pt>
    <dgm:pt modelId="{4CA03E70-E76B-4162-80A1-E51B6B1D5E41}" type="pres">
      <dgm:prSet presAssocID="{C8439193-6D14-4878-99FD-7F0770B64AAB}" presName="root2" presStyleCnt="0"/>
      <dgm:spPr/>
    </dgm:pt>
    <dgm:pt modelId="{0AB46E64-E5FE-496C-ACF6-85AD3264D0DD}" type="pres">
      <dgm:prSet presAssocID="{C8439193-6D14-4878-99FD-7F0770B64AAB}" presName="LevelTwoTextNode" presStyleLbl="node2" presStyleIdx="2" presStyleCnt="5" custScaleX="197204">
        <dgm:presLayoutVars>
          <dgm:chPref val="3"/>
        </dgm:presLayoutVars>
      </dgm:prSet>
      <dgm:spPr/>
    </dgm:pt>
    <dgm:pt modelId="{CA311148-DB4A-45C2-8DFE-485B0C54734B}" type="pres">
      <dgm:prSet presAssocID="{C8439193-6D14-4878-99FD-7F0770B64AAB}" presName="level3hierChild" presStyleCnt="0"/>
      <dgm:spPr/>
    </dgm:pt>
    <dgm:pt modelId="{99ABE69F-E97C-4C43-A00D-1179C1894ADA}" type="pres">
      <dgm:prSet presAssocID="{560CAA6D-A9B5-4949-8941-5BEA8DE67286}" presName="conn2-1" presStyleLbl="parChTrans1D2" presStyleIdx="3" presStyleCnt="5"/>
      <dgm:spPr/>
    </dgm:pt>
    <dgm:pt modelId="{00A4F4BF-1220-4FEE-B1E9-E1747B356CDB}" type="pres">
      <dgm:prSet presAssocID="{560CAA6D-A9B5-4949-8941-5BEA8DE67286}" presName="connTx" presStyleLbl="parChTrans1D2" presStyleIdx="3" presStyleCnt="5"/>
      <dgm:spPr/>
    </dgm:pt>
    <dgm:pt modelId="{099BF4EF-1C4C-46E4-9883-AF2ED41BC8C6}" type="pres">
      <dgm:prSet presAssocID="{2F30D8C6-2FC7-4050-B62E-41F20E4E26E9}" presName="root2" presStyleCnt="0"/>
      <dgm:spPr/>
    </dgm:pt>
    <dgm:pt modelId="{CFB0C64D-3DFE-4554-9B4F-FA9561C30535}" type="pres">
      <dgm:prSet presAssocID="{2F30D8C6-2FC7-4050-B62E-41F20E4E26E9}" presName="LevelTwoTextNode" presStyleLbl="node2" presStyleIdx="3" presStyleCnt="5" custScaleX="197204">
        <dgm:presLayoutVars>
          <dgm:chPref val="3"/>
        </dgm:presLayoutVars>
      </dgm:prSet>
      <dgm:spPr/>
    </dgm:pt>
    <dgm:pt modelId="{155DC080-317D-4876-91A7-43E5635F885B}" type="pres">
      <dgm:prSet presAssocID="{2F30D8C6-2FC7-4050-B62E-41F20E4E26E9}" presName="level3hierChild" presStyleCnt="0"/>
      <dgm:spPr/>
    </dgm:pt>
    <dgm:pt modelId="{5C481A24-74CE-45E8-87C4-3EF98376A832}" type="pres">
      <dgm:prSet presAssocID="{DEE312B6-7650-4C21-950B-71B499E4AEC3}" presName="conn2-1" presStyleLbl="parChTrans1D2" presStyleIdx="4" presStyleCnt="5"/>
      <dgm:spPr/>
    </dgm:pt>
    <dgm:pt modelId="{DE49F074-2F87-49D3-90F9-9541E7D7745E}" type="pres">
      <dgm:prSet presAssocID="{DEE312B6-7650-4C21-950B-71B499E4AEC3}" presName="connTx" presStyleLbl="parChTrans1D2" presStyleIdx="4" presStyleCnt="5"/>
      <dgm:spPr/>
    </dgm:pt>
    <dgm:pt modelId="{C5175B59-7FF9-42B3-8CB1-B06E83857AB2}" type="pres">
      <dgm:prSet presAssocID="{8ACA9912-D370-4D62-B211-AE8926B64B7A}" presName="root2" presStyleCnt="0"/>
      <dgm:spPr/>
    </dgm:pt>
    <dgm:pt modelId="{20C72C5E-8845-40F6-AB1B-E4D19CF28896}" type="pres">
      <dgm:prSet presAssocID="{8ACA9912-D370-4D62-B211-AE8926B64B7A}" presName="LevelTwoTextNode" presStyleLbl="node2" presStyleIdx="4" presStyleCnt="5" custScaleX="197204">
        <dgm:presLayoutVars>
          <dgm:chPref val="3"/>
        </dgm:presLayoutVars>
      </dgm:prSet>
      <dgm:spPr/>
    </dgm:pt>
    <dgm:pt modelId="{056FA584-4659-4A4D-B11F-DE86744799E0}" type="pres">
      <dgm:prSet presAssocID="{8ACA9912-D370-4D62-B211-AE8926B64B7A}" presName="level3hierChild" presStyleCnt="0"/>
      <dgm:spPr/>
    </dgm:pt>
  </dgm:ptLst>
  <dgm:cxnLst>
    <dgm:cxn modelId="{8779830D-A0A2-4131-93CB-67C496883D90}" type="presOf" srcId="{560CAA6D-A9B5-4949-8941-5BEA8DE67286}" destId="{00A4F4BF-1220-4FEE-B1E9-E1747B356CDB}" srcOrd="1" destOrd="0" presId="urn:microsoft.com/office/officeart/2005/8/layout/hierarchy2"/>
    <dgm:cxn modelId="{385EF711-0AA0-4513-9972-7907D0CFADE1}" srcId="{2AABC7EB-A55E-415B-BCE8-F18739B42673}" destId="{303E6D7D-577D-4D5F-B6FB-B9AF5E8F4D72}" srcOrd="0" destOrd="0" parTransId="{2DD7542C-15A2-4881-AE4D-F7712CAD88F7}" sibTransId="{9BE79819-B920-4B97-AED1-755EC80F8067}"/>
    <dgm:cxn modelId="{4CF10822-2A30-421A-AA52-DF9EED3BD1FF}" type="presOf" srcId="{927EBD86-2AA4-40C3-8449-C91F7B79346A}" destId="{3D7329EE-B9D4-4FE6-A0F3-A53F63161ED2}" srcOrd="1" destOrd="0" presId="urn:microsoft.com/office/officeart/2005/8/layout/hierarchy2"/>
    <dgm:cxn modelId="{CAB92727-C8F2-44AD-830A-596BF6C7A29F}" type="presOf" srcId="{E8A4D78F-CF6A-4F1B-A61D-BC83016008AD}" destId="{CF31EAE0-2C6E-429D-A26A-553ADB988DE1}" srcOrd="0" destOrd="0" presId="urn:microsoft.com/office/officeart/2005/8/layout/hierarchy2"/>
    <dgm:cxn modelId="{205FB12A-B7C6-49D4-9AD1-53A5E3A1D0C0}" srcId="{303E6D7D-577D-4D5F-B6FB-B9AF5E8F4D72}" destId="{02029CCD-12A3-4498-A198-117176B6B9D1}" srcOrd="1" destOrd="0" parTransId="{927EBD86-2AA4-40C3-8449-C91F7B79346A}" sibTransId="{D051FAFC-EDC2-49F5-8E65-A69737226319}"/>
    <dgm:cxn modelId="{28EB052E-38A5-455A-831A-15D0CB539606}" type="presOf" srcId="{02029CCD-12A3-4498-A198-117176B6B9D1}" destId="{00923A4F-3B6E-4D09-BF9D-4E12C1980EA6}" srcOrd="0" destOrd="0" presId="urn:microsoft.com/office/officeart/2005/8/layout/hierarchy2"/>
    <dgm:cxn modelId="{4DD98B2F-8B7D-4BFD-9269-AC7B6508AE38}" type="presOf" srcId="{2F30D8C6-2FC7-4050-B62E-41F20E4E26E9}" destId="{CFB0C64D-3DFE-4554-9B4F-FA9561C30535}" srcOrd="0" destOrd="0" presId="urn:microsoft.com/office/officeart/2005/8/layout/hierarchy2"/>
    <dgm:cxn modelId="{88408D33-3B3D-4DC0-975A-2C62ABCDECFE}" type="presOf" srcId="{DEE312B6-7650-4C21-950B-71B499E4AEC3}" destId="{5C481A24-74CE-45E8-87C4-3EF98376A832}" srcOrd="0" destOrd="0" presId="urn:microsoft.com/office/officeart/2005/8/layout/hierarchy2"/>
    <dgm:cxn modelId="{CFAB943C-64AA-4EAC-8106-8CA1DC56D9B8}" type="presOf" srcId="{303E6D7D-577D-4D5F-B6FB-B9AF5E8F4D72}" destId="{36975A99-9372-4D55-A89E-7286585F259B}" srcOrd="0" destOrd="0" presId="urn:microsoft.com/office/officeart/2005/8/layout/hierarchy2"/>
    <dgm:cxn modelId="{EEF6FF3C-32E9-4CF0-8604-C42D3CB79D65}" type="presOf" srcId="{84867DF3-06AE-48D5-9AB3-3775BA9E8748}" destId="{0C529422-79CC-4226-B88C-3BDA9A8439EB}" srcOrd="1" destOrd="0" presId="urn:microsoft.com/office/officeart/2005/8/layout/hierarchy2"/>
    <dgm:cxn modelId="{6CBCA243-45AE-4E98-B9B1-47237988AAA0}" srcId="{303E6D7D-577D-4D5F-B6FB-B9AF5E8F4D72}" destId="{4FDEEADA-AB7A-410D-921E-32DB7C9F7E54}" srcOrd="0" destOrd="0" parTransId="{84867DF3-06AE-48D5-9AB3-3775BA9E8748}" sibTransId="{DB243BAB-32DB-46AB-AB4A-CEDE645B9C4D}"/>
    <dgm:cxn modelId="{4F2EE14E-056F-4209-A3D0-81E5D3BA0E87}" srcId="{303E6D7D-577D-4D5F-B6FB-B9AF5E8F4D72}" destId="{2F30D8C6-2FC7-4050-B62E-41F20E4E26E9}" srcOrd="3" destOrd="0" parTransId="{560CAA6D-A9B5-4949-8941-5BEA8DE67286}" sibTransId="{749C7875-1D5A-40D1-956A-BE5497D93436}"/>
    <dgm:cxn modelId="{11E31A52-B7F0-4308-9D1C-D71CC8E58AEE}" type="presOf" srcId="{8ACA9912-D370-4D62-B211-AE8926B64B7A}" destId="{20C72C5E-8845-40F6-AB1B-E4D19CF28896}" srcOrd="0" destOrd="0" presId="urn:microsoft.com/office/officeart/2005/8/layout/hierarchy2"/>
    <dgm:cxn modelId="{6F1AFC58-10D9-4F76-81A5-D6AE6A2E6B88}" type="presOf" srcId="{E8A4D78F-CF6A-4F1B-A61D-BC83016008AD}" destId="{5D673EAB-D009-4340-85E7-3027958E0FF1}" srcOrd="1" destOrd="0" presId="urn:microsoft.com/office/officeart/2005/8/layout/hierarchy2"/>
    <dgm:cxn modelId="{3F325790-49AA-40F3-8D06-AB41A0434FC2}" type="presOf" srcId="{84867DF3-06AE-48D5-9AB3-3775BA9E8748}" destId="{C9B5551E-84FE-44F6-9957-3A2CFC191C0C}" srcOrd="0" destOrd="0" presId="urn:microsoft.com/office/officeart/2005/8/layout/hierarchy2"/>
    <dgm:cxn modelId="{2CDEB790-4AFE-416B-8375-E24B53592620}" type="presOf" srcId="{927EBD86-2AA4-40C3-8449-C91F7B79346A}" destId="{8CA7A4D0-81A6-4423-971E-F0190739A6E4}" srcOrd="0" destOrd="0" presId="urn:microsoft.com/office/officeart/2005/8/layout/hierarchy2"/>
    <dgm:cxn modelId="{1C26CF92-014B-4E7C-AB63-8072F19028CF}" srcId="{303E6D7D-577D-4D5F-B6FB-B9AF5E8F4D72}" destId="{8ACA9912-D370-4D62-B211-AE8926B64B7A}" srcOrd="4" destOrd="0" parTransId="{DEE312B6-7650-4C21-950B-71B499E4AEC3}" sibTransId="{F7278435-9EB6-48F0-A338-2ECAB025F834}"/>
    <dgm:cxn modelId="{06278F98-8BDF-46C6-9D40-C0DE35B48524}" type="presOf" srcId="{4FDEEADA-AB7A-410D-921E-32DB7C9F7E54}" destId="{5C950264-1A8E-4736-BBAB-3844CCB4C6D3}" srcOrd="0" destOrd="0" presId="urn:microsoft.com/office/officeart/2005/8/layout/hierarchy2"/>
    <dgm:cxn modelId="{D7FF93A9-F9AF-4A8C-80C1-407552942009}" type="presOf" srcId="{DEE312B6-7650-4C21-950B-71B499E4AEC3}" destId="{DE49F074-2F87-49D3-90F9-9541E7D7745E}" srcOrd="1" destOrd="0" presId="urn:microsoft.com/office/officeart/2005/8/layout/hierarchy2"/>
    <dgm:cxn modelId="{E1E93ECB-EEBE-4707-97D7-82DAE2E99929}" type="presOf" srcId="{2AABC7EB-A55E-415B-BCE8-F18739B42673}" destId="{4670EEE2-D365-4DF0-BF5D-FA35CABDBA79}" srcOrd="0" destOrd="0" presId="urn:microsoft.com/office/officeart/2005/8/layout/hierarchy2"/>
    <dgm:cxn modelId="{8B7A6FD1-404E-4259-8090-D32BD7067270}" type="presOf" srcId="{C8439193-6D14-4878-99FD-7F0770B64AAB}" destId="{0AB46E64-E5FE-496C-ACF6-85AD3264D0DD}" srcOrd="0" destOrd="0" presId="urn:microsoft.com/office/officeart/2005/8/layout/hierarchy2"/>
    <dgm:cxn modelId="{BD706BDC-32D0-4F4A-9F4F-BBAA62E6E068}" srcId="{303E6D7D-577D-4D5F-B6FB-B9AF5E8F4D72}" destId="{C8439193-6D14-4878-99FD-7F0770B64AAB}" srcOrd="2" destOrd="0" parTransId="{E8A4D78F-CF6A-4F1B-A61D-BC83016008AD}" sibTransId="{3C31EA98-89CE-4BDE-8726-2F0B4BDDC63D}"/>
    <dgm:cxn modelId="{01BE21FD-81D1-4AB6-ABEF-9FCD072EAF51}" type="presOf" srcId="{560CAA6D-A9B5-4949-8941-5BEA8DE67286}" destId="{99ABE69F-E97C-4C43-A00D-1179C1894ADA}" srcOrd="0" destOrd="0" presId="urn:microsoft.com/office/officeart/2005/8/layout/hierarchy2"/>
    <dgm:cxn modelId="{C10DB39C-CF61-4665-B984-13B7D94BE41C}" type="presParOf" srcId="{4670EEE2-D365-4DF0-BF5D-FA35CABDBA79}" destId="{BE28E5B7-0769-4C22-BE59-F5FF6F0B527D}" srcOrd="0" destOrd="0" presId="urn:microsoft.com/office/officeart/2005/8/layout/hierarchy2"/>
    <dgm:cxn modelId="{9DC1EDBE-A55D-4BDC-9D41-16A97C35B319}" type="presParOf" srcId="{BE28E5B7-0769-4C22-BE59-F5FF6F0B527D}" destId="{36975A99-9372-4D55-A89E-7286585F259B}" srcOrd="0" destOrd="0" presId="urn:microsoft.com/office/officeart/2005/8/layout/hierarchy2"/>
    <dgm:cxn modelId="{A9CEB540-F1FE-472F-9FC1-8FF152C2F00C}" type="presParOf" srcId="{BE28E5B7-0769-4C22-BE59-F5FF6F0B527D}" destId="{37358A4E-C1F5-4CA5-9A50-9F9B5880A6FF}" srcOrd="1" destOrd="0" presId="urn:microsoft.com/office/officeart/2005/8/layout/hierarchy2"/>
    <dgm:cxn modelId="{9BE92EE4-EFEC-4505-A5FD-613DA80BF45C}" type="presParOf" srcId="{37358A4E-C1F5-4CA5-9A50-9F9B5880A6FF}" destId="{C9B5551E-84FE-44F6-9957-3A2CFC191C0C}" srcOrd="0" destOrd="0" presId="urn:microsoft.com/office/officeart/2005/8/layout/hierarchy2"/>
    <dgm:cxn modelId="{6221246D-FA5D-4354-B1FB-48841965C1CA}" type="presParOf" srcId="{C9B5551E-84FE-44F6-9957-3A2CFC191C0C}" destId="{0C529422-79CC-4226-B88C-3BDA9A8439EB}" srcOrd="0" destOrd="0" presId="urn:microsoft.com/office/officeart/2005/8/layout/hierarchy2"/>
    <dgm:cxn modelId="{D892FD8C-E0BC-4D18-A31E-ACD30BD41EAA}" type="presParOf" srcId="{37358A4E-C1F5-4CA5-9A50-9F9B5880A6FF}" destId="{11BFFCAB-A854-4927-A92D-48F7D34251EE}" srcOrd="1" destOrd="0" presId="urn:microsoft.com/office/officeart/2005/8/layout/hierarchy2"/>
    <dgm:cxn modelId="{2EE0EAE4-E293-4F8C-A25F-1BA3CD9957B0}" type="presParOf" srcId="{11BFFCAB-A854-4927-A92D-48F7D34251EE}" destId="{5C950264-1A8E-4736-BBAB-3844CCB4C6D3}" srcOrd="0" destOrd="0" presId="urn:microsoft.com/office/officeart/2005/8/layout/hierarchy2"/>
    <dgm:cxn modelId="{242852A5-4956-4283-BBE8-BED1146D2E21}" type="presParOf" srcId="{11BFFCAB-A854-4927-A92D-48F7D34251EE}" destId="{D3CE58CB-2D73-4EDA-973F-2A101BA6A65C}" srcOrd="1" destOrd="0" presId="urn:microsoft.com/office/officeart/2005/8/layout/hierarchy2"/>
    <dgm:cxn modelId="{7E5E3204-9E73-48F8-8557-C1B0BDAD0366}" type="presParOf" srcId="{37358A4E-C1F5-4CA5-9A50-9F9B5880A6FF}" destId="{8CA7A4D0-81A6-4423-971E-F0190739A6E4}" srcOrd="2" destOrd="0" presId="urn:microsoft.com/office/officeart/2005/8/layout/hierarchy2"/>
    <dgm:cxn modelId="{3C24CA47-FFE3-425B-8889-6D689388D5AB}" type="presParOf" srcId="{8CA7A4D0-81A6-4423-971E-F0190739A6E4}" destId="{3D7329EE-B9D4-4FE6-A0F3-A53F63161ED2}" srcOrd="0" destOrd="0" presId="urn:microsoft.com/office/officeart/2005/8/layout/hierarchy2"/>
    <dgm:cxn modelId="{C96EBF3E-2CCD-43D9-8A32-4D0ABFFB710F}" type="presParOf" srcId="{37358A4E-C1F5-4CA5-9A50-9F9B5880A6FF}" destId="{9D297205-9489-4914-8593-261CBC3CB184}" srcOrd="3" destOrd="0" presId="urn:microsoft.com/office/officeart/2005/8/layout/hierarchy2"/>
    <dgm:cxn modelId="{A8267725-8D2D-4D3B-8185-5F207DC7C78D}" type="presParOf" srcId="{9D297205-9489-4914-8593-261CBC3CB184}" destId="{00923A4F-3B6E-4D09-BF9D-4E12C1980EA6}" srcOrd="0" destOrd="0" presId="urn:microsoft.com/office/officeart/2005/8/layout/hierarchy2"/>
    <dgm:cxn modelId="{4C78DE02-3B19-4899-9CD7-D292F61A7D91}" type="presParOf" srcId="{9D297205-9489-4914-8593-261CBC3CB184}" destId="{4A3EEDF4-08AB-4462-BCFC-14C4651954BC}" srcOrd="1" destOrd="0" presId="urn:microsoft.com/office/officeart/2005/8/layout/hierarchy2"/>
    <dgm:cxn modelId="{374EB7CA-2749-4249-866D-699CCAC50679}" type="presParOf" srcId="{37358A4E-C1F5-4CA5-9A50-9F9B5880A6FF}" destId="{CF31EAE0-2C6E-429D-A26A-553ADB988DE1}" srcOrd="4" destOrd="0" presId="urn:microsoft.com/office/officeart/2005/8/layout/hierarchy2"/>
    <dgm:cxn modelId="{15429B84-09C1-45D5-B993-882BBF526F90}" type="presParOf" srcId="{CF31EAE0-2C6E-429D-A26A-553ADB988DE1}" destId="{5D673EAB-D009-4340-85E7-3027958E0FF1}" srcOrd="0" destOrd="0" presId="urn:microsoft.com/office/officeart/2005/8/layout/hierarchy2"/>
    <dgm:cxn modelId="{845AA06F-9391-4D8F-A7FA-1141280E9D03}" type="presParOf" srcId="{37358A4E-C1F5-4CA5-9A50-9F9B5880A6FF}" destId="{4CA03E70-E76B-4162-80A1-E51B6B1D5E41}" srcOrd="5" destOrd="0" presId="urn:microsoft.com/office/officeart/2005/8/layout/hierarchy2"/>
    <dgm:cxn modelId="{2DFE7D99-4AF7-4272-8939-DEA521AA5570}" type="presParOf" srcId="{4CA03E70-E76B-4162-80A1-E51B6B1D5E41}" destId="{0AB46E64-E5FE-496C-ACF6-85AD3264D0DD}" srcOrd="0" destOrd="0" presId="urn:microsoft.com/office/officeart/2005/8/layout/hierarchy2"/>
    <dgm:cxn modelId="{EACBC81A-F0CE-4654-8E74-AB6DE1B44358}" type="presParOf" srcId="{4CA03E70-E76B-4162-80A1-E51B6B1D5E41}" destId="{CA311148-DB4A-45C2-8DFE-485B0C54734B}" srcOrd="1" destOrd="0" presId="urn:microsoft.com/office/officeart/2005/8/layout/hierarchy2"/>
    <dgm:cxn modelId="{FA89118F-4AC4-4746-8610-AF4496BA057E}" type="presParOf" srcId="{37358A4E-C1F5-4CA5-9A50-9F9B5880A6FF}" destId="{99ABE69F-E97C-4C43-A00D-1179C1894ADA}" srcOrd="6" destOrd="0" presId="urn:microsoft.com/office/officeart/2005/8/layout/hierarchy2"/>
    <dgm:cxn modelId="{D11CD80D-EDA3-4C3B-806D-45E3124EC6DB}" type="presParOf" srcId="{99ABE69F-E97C-4C43-A00D-1179C1894ADA}" destId="{00A4F4BF-1220-4FEE-B1E9-E1747B356CDB}" srcOrd="0" destOrd="0" presId="urn:microsoft.com/office/officeart/2005/8/layout/hierarchy2"/>
    <dgm:cxn modelId="{A86A1E14-1528-4DA4-A8DF-C157548A7D60}" type="presParOf" srcId="{37358A4E-C1F5-4CA5-9A50-9F9B5880A6FF}" destId="{099BF4EF-1C4C-46E4-9883-AF2ED41BC8C6}" srcOrd="7" destOrd="0" presId="urn:microsoft.com/office/officeart/2005/8/layout/hierarchy2"/>
    <dgm:cxn modelId="{AC7494EA-9AFE-4348-9CAD-5E65814B8018}" type="presParOf" srcId="{099BF4EF-1C4C-46E4-9883-AF2ED41BC8C6}" destId="{CFB0C64D-3DFE-4554-9B4F-FA9561C30535}" srcOrd="0" destOrd="0" presId="urn:microsoft.com/office/officeart/2005/8/layout/hierarchy2"/>
    <dgm:cxn modelId="{9EE3A403-14CF-4438-8F31-CF24F8758725}" type="presParOf" srcId="{099BF4EF-1C4C-46E4-9883-AF2ED41BC8C6}" destId="{155DC080-317D-4876-91A7-43E5635F885B}" srcOrd="1" destOrd="0" presId="urn:microsoft.com/office/officeart/2005/8/layout/hierarchy2"/>
    <dgm:cxn modelId="{E76E35E3-EF5C-4541-842C-8B6667C27E97}" type="presParOf" srcId="{37358A4E-C1F5-4CA5-9A50-9F9B5880A6FF}" destId="{5C481A24-74CE-45E8-87C4-3EF98376A832}" srcOrd="8" destOrd="0" presId="urn:microsoft.com/office/officeart/2005/8/layout/hierarchy2"/>
    <dgm:cxn modelId="{62E4A6B2-A0D0-4864-938A-B4243383FA53}" type="presParOf" srcId="{5C481A24-74CE-45E8-87C4-3EF98376A832}" destId="{DE49F074-2F87-49D3-90F9-9541E7D7745E}" srcOrd="0" destOrd="0" presId="urn:microsoft.com/office/officeart/2005/8/layout/hierarchy2"/>
    <dgm:cxn modelId="{D3D6BDBE-4143-40B9-BFAA-B01088D529E3}" type="presParOf" srcId="{37358A4E-C1F5-4CA5-9A50-9F9B5880A6FF}" destId="{C5175B59-7FF9-42B3-8CB1-B06E83857AB2}" srcOrd="9" destOrd="0" presId="urn:microsoft.com/office/officeart/2005/8/layout/hierarchy2"/>
    <dgm:cxn modelId="{130E2B91-56C6-4626-A84F-B765E26B4264}" type="presParOf" srcId="{C5175B59-7FF9-42B3-8CB1-B06E83857AB2}" destId="{20C72C5E-8845-40F6-AB1B-E4D19CF28896}" srcOrd="0" destOrd="0" presId="urn:microsoft.com/office/officeart/2005/8/layout/hierarchy2"/>
    <dgm:cxn modelId="{6EA8F1EA-44D2-4EED-A4BB-6F8BCAFF6BF5}" type="presParOf" srcId="{C5175B59-7FF9-42B3-8CB1-B06E83857AB2}" destId="{056FA584-4659-4A4D-B11F-DE86744799E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AF62B5B-1170-46C2-928F-8B29C5879A5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C5DDB6-9C2D-48D7-952B-E37EF8B43E9D}">
      <dgm:prSet phldrT="[Texte]"/>
      <dgm:spPr/>
      <dgm:t>
        <a:bodyPr/>
        <a:lstStyle/>
        <a:p>
          <a:r>
            <a:rPr lang="fr-BE" dirty="0"/>
            <a:t>Lacunes identifiées </a:t>
          </a:r>
        </a:p>
      </dgm:t>
    </dgm:pt>
    <dgm:pt modelId="{FEA094D0-0CE0-4769-8B83-4EB7487CD928}" type="parTrans" cxnId="{BE05E86E-7E78-4787-8A48-6600B8D958A0}">
      <dgm:prSet/>
      <dgm:spPr/>
      <dgm:t>
        <a:bodyPr/>
        <a:lstStyle/>
        <a:p>
          <a:endParaRPr lang="en-US"/>
        </a:p>
      </dgm:t>
    </dgm:pt>
    <dgm:pt modelId="{84AA22AA-7DA9-4675-81A6-389C3DFD85B0}" type="sibTrans" cxnId="{BE05E86E-7E78-4787-8A48-6600B8D958A0}">
      <dgm:prSet/>
      <dgm:spPr/>
      <dgm:t>
        <a:bodyPr/>
        <a:lstStyle/>
        <a:p>
          <a:endParaRPr lang="en-US"/>
        </a:p>
      </dgm:t>
    </dgm:pt>
    <dgm:pt modelId="{FCBD1071-29FF-496C-841D-CDACA1CD77AB}">
      <dgm:prSet/>
      <dgm:spPr/>
      <dgm:t>
        <a:bodyPr/>
        <a:lstStyle/>
        <a:p>
          <a:r>
            <a:rPr lang="en-US" dirty="0"/>
            <a:t>Reporting insuffisant</a:t>
          </a:r>
        </a:p>
      </dgm:t>
    </dgm:pt>
    <dgm:pt modelId="{CB72C57B-2C96-4D60-B6CF-8A81E98FBE64}" type="parTrans" cxnId="{FC611995-2F03-479B-830C-1FC1BF469031}">
      <dgm:prSet/>
      <dgm:spPr/>
      <dgm:t>
        <a:bodyPr/>
        <a:lstStyle/>
        <a:p>
          <a:endParaRPr lang="en-US"/>
        </a:p>
      </dgm:t>
    </dgm:pt>
    <dgm:pt modelId="{9C543D4B-C263-42E0-8C91-0BDE73FF0E3F}" type="sibTrans" cxnId="{FC611995-2F03-479B-830C-1FC1BF469031}">
      <dgm:prSet/>
      <dgm:spPr/>
      <dgm:t>
        <a:bodyPr/>
        <a:lstStyle/>
        <a:p>
          <a:endParaRPr lang="en-US"/>
        </a:p>
      </dgm:t>
    </dgm:pt>
    <dgm:pt modelId="{B2C57A82-F79A-46B8-A28F-FE5F16DC857F}">
      <dgm:prSet/>
      <dgm:spPr/>
      <dgm:t>
        <a:bodyPr/>
        <a:lstStyle/>
        <a:p>
          <a:r>
            <a:rPr lang="en-US" dirty="0"/>
            <a:t>Audit peu développé</a:t>
          </a:r>
        </a:p>
      </dgm:t>
    </dgm:pt>
    <dgm:pt modelId="{BEFD14F3-A7EA-4C81-94F4-90148FA5281A}" type="parTrans" cxnId="{E5BCA335-1FEE-4D95-A534-FE4378BFDB48}">
      <dgm:prSet/>
      <dgm:spPr/>
      <dgm:t>
        <a:bodyPr/>
        <a:lstStyle/>
        <a:p>
          <a:endParaRPr lang="en-US"/>
        </a:p>
      </dgm:t>
    </dgm:pt>
    <dgm:pt modelId="{097A4F29-E3A5-4DC0-A7D5-456BEE75423B}" type="sibTrans" cxnId="{E5BCA335-1FEE-4D95-A534-FE4378BFDB48}">
      <dgm:prSet/>
      <dgm:spPr/>
      <dgm:t>
        <a:bodyPr/>
        <a:lstStyle/>
        <a:p>
          <a:endParaRPr lang="en-US"/>
        </a:p>
      </dgm:t>
    </dgm:pt>
    <dgm:pt modelId="{3D6174ED-B771-4F2D-A50A-F64711CB6EA5}">
      <dgm:prSet/>
      <dgm:spPr/>
      <dgm:t>
        <a:bodyPr/>
        <a:lstStyle/>
        <a:p>
          <a:r>
            <a:rPr lang="en-US" dirty="0"/>
            <a:t>Supervision interne faible</a:t>
          </a:r>
        </a:p>
      </dgm:t>
    </dgm:pt>
    <dgm:pt modelId="{0C7FE568-991F-4501-818C-1521384BF085}" type="parTrans" cxnId="{E7D92C5A-0D94-452E-99E7-AA9D61A31D88}">
      <dgm:prSet/>
      <dgm:spPr/>
      <dgm:t>
        <a:bodyPr/>
        <a:lstStyle/>
        <a:p>
          <a:endParaRPr lang="en-US"/>
        </a:p>
      </dgm:t>
    </dgm:pt>
    <dgm:pt modelId="{34EA724F-8724-4596-A02D-86CB8F24305B}" type="sibTrans" cxnId="{E7D92C5A-0D94-452E-99E7-AA9D61A31D88}">
      <dgm:prSet/>
      <dgm:spPr/>
      <dgm:t>
        <a:bodyPr/>
        <a:lstStyle/>
        <a:p>
          <a:endParaRPr lang="en-US"/>
        </a:p>
      </dgm:t>
    </dgm:pt>
    <dgm:pt modelId="{0E870F55-1458-4243-ACE0-A4C2D7309E43}">
      <dgm:prSet/>
      <dgm:spPr/>
      <dgm:t>
        <a:bodyPr/>
        <a:lstStyle/>
        <a:p>
          <a:r>
            <a:rPr lang="fr-FR" dirty="0"/>
            <a:t>Besoin d’une administration plus complète</a:t>
          </a:r>
          <a:endParaRPr lang="en-US" dirty="0"/>
        </a:p>
      </dgm:t>
    </dgm:pt>
    <dgm:pt modelId="{5C2DF6FC-DC25-439E-89DC-1BBBE4C5BB5C}" type="parTrans" cxnId="{37C70A54-91E7-42F1-BEB8-8122262CA5D7}">
      <dgm:prSet/>
      <dgm:spPr/>
      <dgm:t>
        <a:bodyPr/>
        <a:lstStyle/>
        <a:p>
          <a:endParaRPr lang="en-US"/>
        </a:p>
      </dgm:t>
    </dgm:pt>
    <dgm:pt modelId="{2EFF8F8C-634B-43C4-A804-43A00663AC15}" type="sibTrans" cxnId="{37C70A54-91E7-42F1-BEB8-8122262CA5D7}">
      <dgm:prSet/>
      <dgm:spPr/>
      <dgm:t>
        <a:bodyPr/>
        <a:lstStyle/>
        <a:p>
          <a:endParaRPr lang="en-US"/>
        </a:p>
      </dgm:t>
    </dgm:pt>
    <dgm:pt modelId="{873AA204-A50D-492B-9769-392DE7539CD1}">
      <dgm:prSet/>
      <dgm:spPr/>
      <dgm:t>
        <a:bodyPr/>
        <a:lstStyle/>
        <a:p>
          <a:r>
            <a:rPr lang="fr-FR" dirty="0"/>
            <a:t>Gestion des rôles insuffisant</a:t>
          </a:r>
          <a:endParaRPr lang="en-US" dirty="0"/>
        </a:p>
      </dgm:t>
    </dgm:pt>
    <dgm:pt modelId="{DB62D03D-3320-496C-96E8-BC2E58AC3656}" type="parTrans" cxnId="{2B9F2556-8D37-42FC-A437-583FC24E3ABC}">
      <dgm:prSet/>
      <dgm:spPr/>
      <dgm:t>
        <a:bodyPr/>
        <a:lstStyle/>
        <a:p>
          <a:endParaRPr lang="fr-FR"/>
        </a:p>
      </dgm:t>
    </dgm:pt>
    <dgm:pt modelId="{0D0B3A59-461C-45D6-8131-877800E3DDB8}" type="sibTrans" cxnId="{2B9F2556-8D37-42FC-A437-583FC24E3ABC}">
      <dgm:prSet/>
      <dgm:spPr/>
    </dgm:pt>
    <dgm:pt modelId="{70632F3F-994B-4E58-8F03-5B941BD7BFEA}" type="pres">
      <dgm:prSet presAssocID="{3AF62B5B-1170-46C2-928F-8B29C5879A5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FEA6C72-8AAD-44E7-9EEC-43AF9AD76E96}" type="pres">
      <dgm:prSet presAssocID="{33C5DDB6-9C2D-48D7-952B-E37EF8B43E9D}" presName="root1" presStyleCnt="0"/>
      <dgm:spPr/>
    </dgm:pt>
    <dgm:pt modelId="{05E133C8-92B5-4C27-AF9C-31FA77930C10}" type="pres">
      <dgm:prSet presAssocID="{33C5DDB6-9C2D-48D7-952B-E37EF8B43E9D}" presName="LevelOneTextNode" presStyleLbl="node0" presStyleIdx="0" presStyleCnt="1" custScaleX="158758">
        <dgm:presLayoutVars>
          <dgm:chPref val="3"/>
        </dgm:presLayoutVars>
      </dgm:prSet>
      <dgm:spPr/>
    </dgm:pt>
    <dgm:pt modelId="{C38531EE-F79F-46FD-9BD6-92FEB6B304F2}" type="pres">
      <dgm:prSet presAssocID="{33C5DDB6-9C2D-48D7-952B-E37EF8B43E9D}" presName="level2hierChild" presStyleCnt="0"/>
      <dgm:spPr/>
    </dgm:pt>
    <dgm:pt modelId="{847C6E8F-1EF2-4075-8229-7BB2915C1E84}" type="pres">
      <dgm:prSet presAssocID="{5C2DF6FC-DC25-439E-89DC-1BBBE4C5BB5C}" presName="conn2-1" presStyleLbl="parChTrans1D2" presStyleIdx="0" presStyleCnt="5"/>
      <dgm:spPr/>
    </dgm:pt>
    <dgm:pt modelId="{6F56C17A-4372-4C90-B06F-D887081209C5}" type="pres">
      <dgm:prSet presAssocID="{5C2DF6FC-DC25-439E-89DC-1BBBE4C5BB5C}" presName="connTx" presStyleLbl="parChTrans1D2" presStyleIdx="0" presStyleCnt="5"/>
      <dgm:spPr/>
    </dgm:pt>
    <dgm:pt modelId="{D9648CBD-7EFC-4DDD-9216-85EE06AE61E4}" type="pres">
      <dgm:prSet presAssocID="{0E870F55-1458-4243-ACE0-A4C2D7309E43}" presName="root2" presStyleCnt="0"/>
      <dgm:spPr/>
    </dgm:pt>
    <dgm:pt modelId="{C3284079-7D68-40BB-AA6C-E7331D5C8F67}" type="pres">
      <dgm:prSet presAssocID="{0E870F55-1458-4243-ACE0-A4C2D7309E43}" presName="LevelTwoTextNode" presStyleLbl="node2" presStyleIdx="0" presStyleCnt="5" custScaleX="181181" custLinFactNeighborY="-303">
        <dgm:presLayoutVars>
          <dgm:chPref val="3"/>
        </dgm:presLayoutVars>
      </dgm:prSet>
      <dgm:spPr/>
    </dgm:pt>
    <dgm:pt modelId="{8EE37176-AE60-44DD-9F07-1E1FE1B92342}" type="pres">
      <dgm:prSet presAssocID="{0E870F55-1458-4243-ACE0-A4C2D7309E43}" presName="level3hierChild" presStyleCnt="0"/>
      <dgm:spPr/>
    </dgm:pt>
    <dgm:pt modelId="{2F320A5E-AE23-4C5B-BC72-D08DF84A9B86}" type="pres">
      <dgm:prSet presAssocID="{0C7FE568-991F-4501-818C-1521384BF085}" presName="conn2-1" presStyleLbl="parChTrans1D2" presStyleIdx="1" presStyleCnt="5"/>
      <dgm:spPr/>
    </dgm:pt>
    <dgm:pt modelId="{491C1567-769A-4858-B212-41063842B3DB}" type="pres">
      <dgm:prSet presAssocID="{0C7FE568-991F-4501-818C-1521384BF085}" presName="connTx" presStyleLbl="parChTrans1D2" presStyleIdx="1" presStyleCnt="5"/>
      <dgm:spPr/>
    </dgm:pt>
    <dgm:pt modelId="{EE7C535D-514E-415E-83B1-62ACE521E567}" type="pres">
      <dgm:prSet presAssocID="{3D6174ED-B771-4F2D-A50A-F64711CB6EA5}" presName="root2" presStyleCnt="0"/>
      <dgm:spPr/>
    </dgm:pt>
    <dgm:pt modelId="{52275B85-6742-4BA0-8DEE-719153431F21}" type="pres">
      <dgm:prSet presAssocID="{3D6174ED-B771-4F2D-A50A-F64711CB6EA5}" presName="LevelTwoTextNode" presStyleLbl="node2" presStyleIdx="1" presStyleCnt="5" custScaleX="181181" custLinFactNeighborY="-303">
        <dgm:presLayoutVars>
          <dgm:chPref val="3"/>
        </dgm:presLayoutVars>
      </dgm:prSet>
      <dgm:spPr/>
    </dgm:pt>
    <dgm:pt modelId="{CC4EB4BF-3128-49FA-AE3A-FBA220FC6C7F}" type="pres">
      <dgm:prSet presAssocID="{3D6174ED-B771-4F2D-A50A-F64711CB6EA5}" presName="level3hierChild" presStyleCnt="0"/>
      <dgm:spPr/>
    </dgm:pt>
    <dgm:pt modelId="{4BF0FAC8-3552-4916-BE22-ABD587053B22}" type="pres">
      <dgm:prSet presAssocID="{BEFD14F3-A7EA-4C81-94F4-90148FA5281A}" presName="conn2-1" presStyleLbl="parChTrans1D2" presStyleIdx="2" presStyleCnt="5"/>
      <dgm:spPr/>
    </dgm:pt>
    <dgm:pt modelId="{71D66849-9FAB-4DBA-9F2A-107787D75B8B}" type="pres">
      <dgm:prSet presAssocID="{BEFD14F3-A7EA-4C81-94F4-90148FA5281A}" presName="connTx" presStyleLbl="parChTrans1D2" presStyleIdx="2" presStyleCnt="5"/>
      <dgm:spPr/>
    </dgm:pt>
    <dgm:pt modelId="{707B9DC0-6375-44B0-83C8-542552659D2E}" type="pres">
      <dgm:prSet presAssocID="{B2C57A82-F79A-46B8-A28F-FE5F16DC857F}" presName="root2" presStyleCnt="0"/>
      <dgm:spPr/>
    </dgm:pt>
    <dgm:pt modelId="{D0E5E22C-3A56-4F25-9935-2C0F8A00D424}" type="pres">
      <dgm:prSet presAssocID="{B2C57A82-F79A-46B8-A28F-FE5F16DC857F}" presName="LevelTwoTextNode" presStyleLbl="node2" presStyleIdx="2" presStyleCnt="5" custScaleX="181181" custLinFactNeighborY="-303">
        <dgm:presLayoutVars>
          <dgm:chPref val="3"/>
        </dgm:presLayoutVars>
      </dgm:prSet>
      <dgm:spPr/>
    </dgm:pt>
    <dgm:pt modelId="{2CAD7609-D1D3-436D-B1D9-8413D373F9A6}" type="pres">
      <dgm:prSet presAssocID="{B2C57A82-F79A-46B8-A28F-FE5F16DC857F}" presName="level3hierChild" presStyleCnt="0"/>
      <dgm:spPr/>
    </dgm:pt>
    <dgm:pt modelId="{056F26BA-2029-4883-8E59-ED6D96E45052}" type="pres">
      <dgm:prSet presAssocID="{CB72C57B-2C96-4D60-B6CF-8A81E98FBE64}" presName="conn2-1" presStyleLbl="parChTrans1D2" presStyleIdx="3" presStyleCnt="5"/>
      <dgm:spPr/>
    </dgm:pt>
    <dgm:pt modelId="{6F2C71B5-8430-4C15-B5DF-FF94D17A8117}" type="pres">
      <dgm:prSet presAssocID="{CB72C57B-2C96-4D60-B6CF-8A81E98FBE64}" presName="connTx" presStyleLbl="parChTrans1D2" presStyleIdx="3" presStyleCnt="5"/>
      <dgm:spPr/>
    </dgm:pt>
    <dgm:pt modelId="{903188E4-862F-4DD4-9F0B-04DFC646465F}" type="pres">
      <dgm:prSet presAssocID="{FCBD1071-29FF-496C-841D-CDACA1CD77AB}" presName="root2" presStyleCnt="0"/>
      <dgm:spPr/>
    </dgm:pt>
    <dgm:pt modelId="{2B467FAC-7FCC-4A72-9263-7BC2F29BAC1C}" type="pres">
      <dgm:prSet presAssocID="{FCBD1071-29FF-496C-841D-CDACA1CD77AB}" presName="LevelTwoTextNode" presStyleLbl="node2" presStyleIdx="3" presStyleCnt="5" custScaleX="181181">
        <dgm:presLayoutVars>
          <dgm:chPref val="3"/>
        </dgm:presLayoutVars>
      </dgm:prSet>
      <dgm:spPr/>
    </dgm:pt>
    <dgm:pt modelId="{E276C0DA-57B1-49F4-83DA-0B8E3A819364}" type="pres">
      <dgm:prSet presAssocID="{FCBD1071-29FF-496C-841D-CDACA1CD77AB}" presName="level3hierChild" presStyleCnt="0"/>
      <dgm:spPr/>
    </dgm:pt>
    <dgm:pt modelId="{D4FC00EA-F894-4F3D-8AD5-1A96F1A8E7BE}" type="pres">
      <dgm:prSet presAssocID="{DB62D03D-3320-496C-96E8-BC2E58AC3656}" presName="conn2-1" presStyleLbl="parChTrans1D2" presStyleIdx="4" presStyleCnt="5"/>
      <dgm:spPr/>
    </dgm:pt>
    <dgm:pt modelId="{39C0A63D-3C16-4746-AD36-4501CB8E6221}" type="pres">
      <dgm:prSet presAssocID="{DB62D03D-3320-496C-96E8-BC2E58AC3656}" presName="connTx" presStyleLbl="parChTrans1D2" presStyleIdx="4" presStyleCnt="5"/>
      <dgm:spPr/>
    </dgm:pt>
    <dgm:pt modelId="{4D63B3FB-73F6-497F-9FE5-F7EB1E91DFA1}" type="pres">
      <dgm:prSet presAssocID="{873AA204-A50D-492B-9769-392DE7539CD1}" presName="root2" presStyleCnt="0"/>
      <dgm:spPr/>
    </dgm:pt>
    <dgm:pt modelId="{14A9BFE1-9BDB-4AD1-9612-43498B3FF704}" type="pres">
      <dgm:prSet presAssocID="{873AA204-A50D-492B-9769-392DE7539CD1}" presName="LevelTwoTextNode" presStyleLbl="node2" presStyleIdx="4" presStyleCnt="5" custScaleX="181359">
        <dgm:presLayoutVars>
          <dgm:chPref val="3"/>
        </dgm:presLayoutVars>
      </dgm:prSet>
      <dgm:spPr/>
    </dgm:pt>
    <dgm:pt modelId="{FE603D05-8012-47CA-989B-1584B968D3F8}" type="pres">
      <dgm:prSet presAssocID="{873AA204-A50D-492B-9769-392DE7539CD1}" presName="level3hierChild" presStyleCnt="0"/>
      <dgm:spPr/>
    </dgm:pt>
  </dgm:ptLst>
  <dgm:cxnLst>
    <dgm:cxn modelId="{653EA014-53F4-47BE-8CD1-B5533C1159CC}" type="presOf" srcId="{5C2DF6FC-DC25-439E-89DC-1BBBE4C5BB5C}" destId="{847C6E8F-1EF2-4075-8229-7BB2915C1E84}" srcOrd="0" destOrd="0" presId="urn:microsoft.com/office/officeart/2005/8/layout/hierarchy2"/>
    <dgm:cxn modelId="{ABEC1920-98E8-4FD0-854C-C46B476E290F}" type="presOf" srcId="{33C5DDB6-9C2D-48D7-952B-E37EF8B43E9D}" destId="{05E133C8-92B5-4C27-AF9C-31FA77930C10}" srcOrd="0" destOrd="0" presId="urn:microsoft.com/office/officeart/2005/8/layout/hierarchy2"/>
    <dgm:cxn modelId="{E5BCA335-1FEE-4D95-A534-FE4378BFDB48}" srcId="{33C5DDB6-9C2D-48D7-952B-E37EF8B43E9D}" destId="{B2C57A82-F79A-46B8-A28F-FE5F16DC857F}" srcOrd="2" destOrd="0" parTransId="{BEFD14F3-A7EA-4C81-94F4-90148FA5281A}" sibTransId="{097A4F29-E3A5-4DC0-A7D5-456BEE75423B}"/>
    <dgm:cxn modelId="{3EABD53F-2ABC-4106-BFCE-8E59E3991F2F}" type="presOf" srcId="{CB72C57B-2C96-4D60-B6CF-8A81E98FBE64}" destId="{6F2C71B5-8430-4C15-B5DF-FF94D17A8117}" srcOrd="1" destOrd="0" presId="urn:microsoft.com/office/officeart/2005/8/layout/hierarchy2"/>
    <dgm:cxn modelId="{448EC75C-7BCE-4634-A2D3-68B36911FD96}" type="presOf" srcId="{873AA204-A50D-492B-9769-392DE7539CD1}" destId="{14A9BFE1-9BDB-4AD1-9612-43498B3FF704}" srcOrd="0" destOrd="0" presId="urn:microsoft.com/office/officeart/2005/8/layout/hierarchy2"/>
    <dgm:cxn modelId="{BE05E86E-7E78-4787-8A48-6600B8D958A0}" srcId="{3AF62B5B-1170-46C2-928F-8B29C5879A56}" destId="{33C5DDB6-9C2D-48D7-952B-E37EF8B43E9D}" srcOrd="0" destOrd="0" parTransId="{FEA094D0-0CE0-4769-8B83-4EB7487CD928}" sibTransId="{84AA22AA-7DA9-4675-81A6-389C3DFD85B0}"/>
    <dgm:cxn modelId="{67306653-8BB3-44F3-883F-A36FBBC8E4C4}" type="presOf" srcId="{BEFD14F3-A7EA-4C81-94F4-90148FA5281A}" destId="{71D66849-9FAB-4DBA-9F2A-107787D75B8B}" srcOrd="1" destOrd="0" presId="urn:microsoft.com/office/officeart/2005/8/layout/hierarchy2"/>
    <dgm:cxn modelId="{37C70A54-91E7-42F1-BEB8-8122262CA5D7}" srcId="{33C5DDB6-9C2D-48D7-952B-E37EF8B43E9D}" destId="{0E870F55-1458-4243-ACE0-A4C2D7309E43}" srcOrd="0" destOrd="0" parTransId="{5C2DF6FC-DC25-439E-89DC-1BBBE4C5BB5C}" sibTransId="{2EFF8F8C-634B-43C4-A804-43A00663AC15}"/>
    <dgm:cxn modelId="{2B9F2556-8D37-42FC-A437-583FC24E3ABC}" srcId="{33C5DDB6-9C2D-48D7-952B-E37EF8B43E9D}" destId="{873AA204-A50D-492B-9769-392DE7539CD1}" srcOrd="4" destOrd="0" parTransId="{DB62D03D-3320-496C-96E8-BC2E58AC3656}" sibTransId="{0D0B3A59-461C-45D6-8131-877800E3DDB8}"/>
    <dgm:cxn modelId="{D6EBFD57-5FAD-4FB1-847F-FD22402C37F2}" type="presOf" srcId="{DB62D03D-3320-496C-96E8-BC2E58AC3656}" destId="{D4FC00EA-F894-4F3D-8AD5-1A96F1A8E7BE}" srcOrd="0" destOrd="0" presId="urn:microsoft.com/office/officeart/2005/8/layout/hierarchy2"/>
    <dgm:cxn modelId="{6D11D278-3149-4BEB-8314-C82AEB2259C0}" type="presOf" srcId="{5C2DF6FC-DC25-439E-89DC-1BBBE4C5BB5C}" destId="{6F56C17A-4372-4C90-B06F-D887081209C5}" srcOrd="1" destOrd="0" presId="urn:microsoft.com/office/officeart/2005/8/layout/hierarchy2"/>
    <dgm:cxn modelId="{2A035A59-D5B4-48DF-81A0-2021994C47D3}" type="presOf" srcId="{B2C57A82-F79A-46B8-A28F-FE5F16DC857F}" destId="{D0E5E22C-3A56-4F25-9935-2C0F8A00D424}" srcOrd="0" destOrd="0" presId="urn:microsoft.com/office/officeart/2005/8/layout/hierarchy2"/>
    <dgm:cxn modelId="{E7D92C5A-0D94-452E-99E7-AA9D61A31D88}" srcId="{33C5DDB6-9C2D-48D7-952B-E37EF8B43E9D}" destId="{3D6174ED-B771-4F2D-A50A-F64711CB6EA5}" srcOrd="1" destOrd="0" parTransId="{0C7FE568-991F-4501-818C-1521384BF085}" sibTransId="{34EA724F-8724-4596-A02D-86CB8F24305B}"/>
    <dgm:cxn modelId="{FC611995-2F03-479B-830C-1FC1BF469031}" srcId="{33C5DDB6-9C2D-48D7-952B-E37EF8B43E9D}" destId="{FCBD1071-29FF-496C-841D-CDACA1CD77AB}" srcOrd="3" destOrd="0" parTransId="{CB72C57B-2C96-4D60-B6CF-8A81E98FBE64}" sibTransId="{9C543D4B-C263-42E0-8C91-0BDE73FF0E3F}"/>
    <dgm:cxn modelId="{F4D957BB-5CCD-4A20-A808-B48C5F6F362D}" type="presOf" srcId="{3AF62B5B-1170-46C2-928F-8B29C5879A56}" destId="{70632F3F-994B-4E58-8F03-5B941BD7BFEA}" srcOrd="0" destOrd="0" presId="urn:microsoft.com/office/officeart/2005/8/layout/hierarchy2"/>
    <dgm:cxn modelId="{42F055C2-C64B-4561-B376-57B8EC9B5E0B}" type="presOf" srcId="{CB72C57B-2C96-4D60-B6CF-8A81E98FBE64}" destId="{056F26BA-2029-4883-8E59-ED6D96E45052}" srcOrd="0" destOrd="0" presId="urn:microsoft.com/office/officeart/2005/8/layout/hierarchy2"/>
    <dgm:cxn modelId="{D4798ED1-CC0E-460D-816D-969E171CBCFA}" type="presOf" srcId="{0C7FE568-991F-4501-818C-1521384BF085}" destId="{491C1567-769A-4858-B212-41063842B3DB}" srcOrd="1" destOrd="0" presId="urn:microsoft.com/office/officeart/2005/8/layout/hierarchy2"/>
    <dgm:cxn modelId="{F15A10DA-85D3-4DC1-8181-A8478306FEDA}" type="presOf" srcId="{3D6174ED-B771-4F2D-A50A-F64711CB6EA5}" destId="{52275B85-6742-4BA0-8DEE-719153431F21}" srcOrd="0" destOrd="0" presId="urn:microsoft.com/office/officeart/2005/8/layout/hierarchy2"/>
    <dgm:cxn modelId="{1DD34CDA-554A-46D1-9DEF-61F3B08B524D}" type="presOf" srcId="{DB62D03D-3320-496C-96E8-BC2E58AC3656}" destId="{39C0A63D-3C16-4746-AD36-4501CB8E6221}" srcOrd="1" destOrd="0" presId="urn:microsoft.com/office/officeart/2005/8/layout/hierarchy2"/>
    <dgm:cxn modelId="{6A2729EB-1A10-4B60-928E-29BA00FD69DB}" type="presOf" srcId="{0C7FE568-991F-4501-818C-1521384BF085}" destId="{2F320A5E-AE23-4C5B-BC72-D08DF84A9B86}" srcOrd="0" destOrd="0" presId="urn:microsoft.com/office/officeart/2005/8/layout/hierarchy2"/>
    <dgm:cxn modelId="{408BC8F4-1D43-4C07-ADEC-C65C90FF1ED2}" type="presOf" srcId="{0E870F55-1458-4243-ACE0-A4C2D7309E43}" destId="{C3284079-7D68-40BB-AA6C-E7331D5C8F67}" srcOrd="0" destOrd="0" presId="urn:microsoft.com/office/officeart/2005/8/layout/hierarchy2"/>
    <dgm:cxn modelId="{896746F8-FC70-412D-AA92-52DFB409EAF7}" type="presOf" srcId="{BEFD14F3-A7EA-4C81-94F4-90148FA5281A}" destId="{4BF0FAC8-3552-4916-BE22-ABD587053B22}" srcOrd="0" destOrd="0" presId="urn:microsoft.com/office/officeart/2005/8/layout/hierarchy2"/>
    <dgm:cxn modelId="{425D84F8-EB40-432C-B43E-A39DAE17BBE1}" type="presOf" srcId="{FCBD1071-29FF-496C-841D-CDACA1CD77AB}" destId="{2B467FAC-7FCC-4A72-9263-7BC2F29BAC1C}" srcOrd="0" destOrd="0" presId="urn:microsoft.com/office/officeart/2005/8/layout/hierarchy2"/>
    <dgm:cxn modelId="{6DB9E846-B60A-4CF5-A09C-0E1B4F0137E6}" type="presParOf" srcId="{70632F3F-994B-4E58-8F03-5B941BD7BFEA}" destId="{EFEA6C72-8AAD-44E7-9EEC-43AF9AD76E96}" srcOrd="0" destOrd="0" presId="urn:microsoft.com/office/officeart/2005/8/layout/hierarchy2"/>
    <dgm:cxn modelId="{E6254612-F65E-4719-84D7-0260E9EC5DAC}" type="presParOf" srcId="{EFEA6C72-8AAD-44E7-9EEC-43AF9AD76E96}" destId="{05E133C8-92B5-4C27-AF9C-31FA77930C10}" srcOrd="0" destOrd="0" presId="urn:microsoft.com/office/officeart/2005/8/layout/hierarchy2"/>
    <dgm:cxn modelId="{A5BF7F00-2841-4B4E-B0D6-CC9C2E0A830C}" type="presParOf" srcId="{EFEA6C72-8AAD-44E7-9EEC-43AF9AD76E96}" destId="{C38531EE-F79F-46FD-9BD6-92FEB6B304F2}" srcOrd="1" destOrd="0" presId="urn:microsoft.com/office/officeart/2005/8/layout/hierarchy2"/>
    <dgm:cxn modelId="{C50D1F08-DBDF-4394-9AA8-442E3C3EBFF6}" type="presParOf" srcId="{C38531EE-F79F-46FD-9BD6-92FEB6B304F2}" destId="{847C6E8F-1EF2-4075-8229-7BB2915C1E84}" srcOrd="0" destOrd="0" presId="urn:microsoft.com/office/officeart/2005/8/layout/hierarchy2"/>
    <dgm:cxn modelId="{5E6C31DD-AFAE-4FEF-94A0-75612C3D517B}" type="presParOf" srcId="{847C6E8F-1EF2-4075-8229-7BB2915C1E84}" destId="{6F56C17A-4372-4C90-B06F-D887081209C5}" srcOrd="0" destOrd="0" presId="urn:microsoft.com/office/officeart/2005/8/layout/hierarchy2"/>
    <dgm:cxn modelId="{AC38694D-09BA-4A7E-B756-3E4671B1B2F3}" type="presParOf" srcId="{C38531EE-F79F-46FD-9BD6-92FEB6B304F2}" destId="{D9648CBD-7EFC-4DDD-9216-85EE06AE61E4}" srcOrd="1" destOrd="0" presId="urn:microsoft.com/office/officeart/2005/8/layout/hierarchy2"/>
    <dgm:cxn modelId="{BA8B70E3-6C93-4EA4-A568-D99726CD77DD}" type="presParOf" srcId="{D9648CBD-7EFC-4DDD-9216-85EE06AE61E4}" destId="{C3284079-7D68-40BB-AA6C-E7331D5C8F67}" srcOrd="0" destOrd="0" presId="urn:microsoft.com/office/officeart/2005/8/layout/hierarchy2"/>
    <dgm:cxn modelId="{B4B9FE6E-FBF7-48CD-8EAE-7FE1D8D859AD}" type="presParOf" srcId="{D9648CBD-7EFC-4DDD-9216-85EE06AE61E4}" destId="{8EE37176-AE60-44DD-9F07-1E1FE1B92342}" srcOrd="1" destOrd="0" presId="urn:microsoft.com/office/officeart/2005/8/layout/hierarchy2"/>
    <dgm:cxn modelId="{4576D3CB-BB2B-4AC2-8496-382EAF8B6CE2}" type="presParOf" srcId="{C38531EE-F79F-46FD-9BD6-92FEB6B304F2}" destId="{2F320A5E-AE23-4C5B-BC72-D08DF84A9B86}" srcOrd="2" destOrd="0" presId="urn:microsoft.com/office/officeart/2005/8/layout/hierarchy2"/>
    <dgm:cxn modelId="{40522032-2EB0-4500-87EA-C49223EE7836}" type="presParOf" srcId="{2F320A5E-AE23-4C5B-BC72-D08DF84A9B86}" destId="{491C1567-769A-4858-B212-41063842B3DB}" srcOrd="0" destOrd="0" presId="urn:microsoft.com/office/officeart/2005/8/layout/hierarchy2"/>
    <dgm:cxn modelId="{2DE48A7E-30EC-4574-AA63-137918A07863}" type="presParOf" srcId="{C38531EE-F79F-46FD-9BD6-92FEB6B304F2}" destId="{EE7C535D-514E-415E-83B1-62ACE521E567}" srcOrd="3" destOrd="0" presId="urn:microsoft.com/office/officeart/2005/8/layout/hierarchy2"/>
    <dgm:cxn modelId="{42C402B9-57A7-49D2-9DD3-261E9B024553}" type="presParOf" srcId="{EE7C535D-514E-415E-83B1-62ACE521E567}" destId="{52275B85-6742-4BA0-8DEE-719153431F21}" srcOrd="0" destOrd="0" presId="urn:microsoft.com/office/officeart/2005/8/layout/hierarchy2"/>
    <dgm:cxn modelId="{C92AF6B4-2F69-409F-8342-EB96289D78F5}" type="presParOf" srcId="{EE7C535D-514E-415E-83B1-62ACE521E567}" destId="{CC4EB4BF-3128-49FA-AE3A-FBA220FC6C7F}" srcOrd="1" destOrd="0" presId="urn:microsoft.com/office/officeart/2005/8/layout/hierarchy2"/>
    <dgm:cxn modelId="{5C26C34D-6CDA-4914-A824-9FEABFB34770}" type="presParOf" srcId="{C38531EE-F79F-46FD-9BD6-92FEB6B304F2}" destId="{4BF0FAC8-3552-4916-BE22-ABD587053B22}" srcOrd="4" destOrd="0" presId="urn:microsoft.com/office/officeart/2005/8/layout/hierarchy2"/>
    <dgm:cxn modelId="{C9E9188D-319A-4275-B3EB-D1075A441349}" type="presParOf" srcId="{4BF0FAC8-3552-4916-BE22-ABD587053B22}" destId="{71D66849-9FAB-4DBA-9F2A-107787D75B8B}" srcOrd="0" destOrd="0" presId="urn:microsoft.com/office/officeart/2005/8/layout/hierarchy2"/>
    <dgm:cxn modelId="{C92F4395-A33F-41EE-825A-BCEABB2EEAC8}" type="presParOf" srcId="{C38531EE-F79F-46FD-9BD6-92FEB6B304F2}" destId="{707B9DC0-6375-44B0-83C8-542552659D2E}" srcOrd="5" destOrd="0" presId="urn:microsoft.com/office/officeart/2005/8/layout/hierarchy2"/>
    <dgm:cxn modelId="{DE07852A-84A0-47DD-B845-08ABD9B73986}" type="presParOf" srcId="{707B9DC0-6375-44B0-83C8-542552659D2E}" destId="{D0E5E22C-3A56-4F25-9935-2C0F8A00D424}" srcOrd="0" destOrd="0" presId="urn:microsoft.com/office/officeart/2005/8/layout/hierarchy2"/>
    <dgm:cxn modelId="{4BA3CE20-8C40-456F-A4E1-A8031E8D2130}" type="presParOf" srcId="{707B9DC0-6375-44B0-83C8-542552659D2E}" destId="{2CAD7609-D1D3-436D-B1D9-8413D373F9A6}" srcOrd="1" destOrd="0" presId="urn:microsoft.com/office/officeart/2005/8/layout/hierarchy2"/>
    <dgm:cxn modelId="{B2E89DCD-DAB4-4638-ADD7-5FCE4A48B568}" type="presParOf" srcId="{C38531EE-F79F-46FD-9BD6-92FEB6B304F2}" destId="{056F26BA-2029-4883-8E59-ED6D96E45052}" srcOrd="6" destOrd="0" presId="urn:microsoft.com/office/officeart/2005/8/layout/hierarchy2"/>
    <dgm:cxn modelId="{EE26A130-5033-4BF7-ABDD-A97E946CCF20}" type="presParOf" srcId="{056F26BA-2029-4883-8E59-ED6D96E45052}" destId="{6F2C71B5-8430-4C15-B5DF-FF94D17A8117}" srcOrd="0" destOrd="0" presId="urn:microsoft.com/office/officeart/2005/8/layout/hierarchy2"/>
    <dgm:cxn modelId="{4198D8A4-E66A-42B8-B7C1-B422487766A1}" type="presParOf" srcId="{C38531EE-F79F-46FD-9BD6-92FEB6B304F2}" destId="{903188E4-862F-4DD4-9F0B-04DFC646465F}" srcOrd="7" destOrd="0" presId="urn:microsoft.com/office/officeart/2005/8/layout/hierarchy2"/>
    <dgm:cxn modelId="{F9C1724E-8953-444C-8872-9A6C097FFABA}" type="presParOf" srcId="{903188E4-862F-4DD4-9F0B-04DFC646465F}" destId="{2B467FAC-7FCC-4A72-9263-7BC2F29BAC1C}" srcOrd="0" destOrd="0" presId="urn:microsoft.com/office/officeart/2005/8/layout/hierarchy2"/>
    <dgm:cxn modelId="{4902FDC8-B8FE-4FCA-B4C6-0837782684A2}" type="presParOf" srcId="{903188E4-862F-4DD4-9F0B-04DFC646465F}" destId="{E276C0DA-57B1-49F4-83DA-0B8E3A819364}" srcOrd="1" destOrd="0" presId="urn:microsoft.com/office/officeart/2005/8/layout/hierarchy2"/>
    <dgm:cxn modelId="{D6312B10-C0A0-4BB0-8010-77D9416B1569}" type="presParOf" srcId="{C38531EE-F79F-46FD-9BD6-92FEB6B304F2}" destId="{D4FC00EA-F894-4F3D-8AD5-1A96F1A8E7BE}" srcOrd="8" destOrd="0" presId="urn:microsoft.com/office/officeart/2005/8/layout/hierarchy2"/>
    <dgm:cxn modelId="{617DE311-777C-4865-9C88-F7B144568AA4}" type="presParOf" srcId="{D4FC00EA-F894-4F3D-8AD5-1A96F1A8E7BE}" destId="{39C0A63D-3C16-4746-AD36-4501CB8E6221}" srcOrd="0" destOrd="0" presId="urn:microsoft.com/office/officeart/2005/8/layout/hierarchy2"/>
    <dgm:cxn modelId="{8A3DC444-D796-4CAB-80E5-1BBF9CE79098}" type="presParOf" srcId="{C38531EE-F79F-46FD-9BD6-92FEB6B304F2}" destId="{4D63B3FB-73F6-497F-9FE5-F7EB1E91DFA1}" srcOrd="9" destOrd="0" presId="urn:microsoft.com/office/officeart/2005/8/layout/hierarchy2"/>
    <dgm:cxn modelId="{77B46D6D-6292-435C-9747-D8A5160C2958}" type="presParOf" srcId="{4D63B3FB-73F6-497F-9FE5-F7EB1E91DFA1}" destId="{14A9BFE1-9BDB-4AD1-9612-43498B3FF704}" srcOrd="0" destOrd="0" presId="urn:microsoft.com/office/officeart/2005/8/layout/hierarchy2"/>
    <dgm:cxn modelId="{48DFE20B-03B3-478E-A29D-AD352A675D6A}" type="presParOf" srcId="{4D63B3FB-73F6-497F-9FE5-F7EB1E91DFA1}" destId="{FE603D05-8012-47CA-989B-1584B968D3F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2A06605-4D2B-4229-B690-20E9F0EF2F98}" type="doc">
      <dgm:prSet loTypeId="urn:microsoft.com/office/officeart/2005/8/layout/hierarchy3" loCatId="hierarchy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397E658C-4761-4EA8-8355-2A44292C0BBD}">
      <dgm:prSet phldrT="[Texte]"/>
      <dgm:spPr/>
      <dgm:t>
        <a:bodyPr/>
        <a:lstStyle/>
        <a:p>
          <a:r>
            <a:rPr lang="en-US" dirty="0"/>
            <a:t>Solutions</a:t>
          </a:r>
        </a:p>
      </dgm:t>
    </dgm:pt>
    <dgm:pt modelId="{E2ED48ED-068B-4AAD-8D53-8E90ABA3EFC8}" type="parTrans" cxnId="{85F1BCC0-D939-4F73-8547-BF1138EC1C6E}">
      <dgm:prSet/>
      <dgm:spPr/>
      <dgm:t>
        <a:bodyPr/>
        <a:lstStyle/>
        <a:p>
          <a:endParaRPr lang="en-US"/>
        </a:p>
      </dgm:t>
    </dgm:pt>
    <dgm:pt modelId="{DDF10F86-DBEC-419D-A0B0-65AAB4C77A62}" type="sibTrans" cxnId="{85F1BCC0-D939-4F73-8547-BF1138EC1C6E}">
      <dgm:prSet/>
      <dgm:spPr/>
      <dgm:t>
        <a:bodyPr/>
        <a:lstStyle/>
        <a:p>
          <a:endParaRPr lang="en-US"/>
        </a:p>
      </dgm:t>
    </dgm:pt>
    <dgm:pt modelId="{2AA813D2-C41B-4F17-B7F0-B4B20493AB5C}">
      <dgm:prSet phldrT="[Texte]"/>
      <dgm:spPr/>
      <dgm:t>
        <a:bodyPr/>
        <a:lstStyle/>
        <a:p>
          <a:r>
            <a:rPr lang="fr-FR" dirty="0"/>
            <a:t>Développement Back-office d’une </a:t>
          </a:r>
          <a:r>
            <a:rPr lang="fr-FR" dirty="0" err="1"/>
            <a:t>platforme</a:t>
          </a:r>
          <a:r>
            <a:rPr lang="fr-FR" dirty="0"/>
            <a:t> fintech</a:t>
          </a:r>
          <a:endParaRPr lang="en-US" dirty="0"/>
        </a:p>
      </dgm:t>
    </dgm:pt>
    <dgm:pt modelId="{B9E0F85F-7FF0-4349-9A95-17EDE103EE87}" type="parTrans" cxnId="{7D32BED8-9F2C-4499-9E4B-AF5B4085D291}">
      <dgm:prSet/>
      <dgm:spPr/>
      <dgm:t>
        <a:bodyPr/>
        <a:lstStyle/>
        <a:p>
          <a:endParaRPr lang="en-US"/>
        </a:p>
      </dgm:t>
    </dgm:pt>
    <dgm:pt modelId="{6D7D7B51-13F9-4F92-A410-B9111E29F55F}" type="sibTrans" cxnId="{7D32BED8-9F2C-4499-9E4B-AF5B4085D291}">
      <dgm:prSet/>
      <dgm:spPr/>
      <dgm:t>
        <a:bodyPr/>
        <a:lstStyle/>
        <a:p>
          <a:endParaRPr lang="en-US"/>
        </a:p>
      </dgm:t>
    </dgm:pt>
    <dgm:pt modelId="{4ED66B29-1EC7-48C7-A1AD-290014CC8520}">
      <dgm:prSet phldrT="[Texte]"/>
      <dgm:spPr/>
      <dgm:t>
        <a:bodyPr/>
        <a:lstStyle/>
        <a:p>
          <a:r>
            <a:rPr lang="fr-FR" dirty="0"/>
            <a:t>Intégration des opérations financières de base</a:t>
          </a:r>
          <a:endParaRPr lang="en-US" dirty="0"/>
        </a:p>
      </dgm:t>
    </dgm:pt>
    <dgm:pt modelId="{DAEDB291-C4F6-44DD-971A-C43D2A70B9AC}" type="parTrans" cxnId="{E935E66A-9BB1-4227-8B65-EFFF4804FAC4}">
      <dgm:prSet/>
      <dgm:spPr/>
      <dgm:t>
        <a:bodyPr/>
        <a:lstStyle/>
        <a:p>
          <a:endParaRPr lang="en-US"/>
        </a:p>
      </dgm:t>
    </dgm:pt>
    <dgm:pt modelId="{44ECFC5A-1857-4056-9EDD-CC60CA2E39C5}" type="sibTrans" cxnId="{E935E66A-9BB1-4227-8B65-EFFF4804FAC4}">
      <dgm:prSet/>
      <dgm:spPr/>
      <dgm:t>
        <a:bodyPr/>
        <a:lstStyle/>
        <a:p>
          <a:endParaRPr lang="en-US"/>
        </a:p>
      </dgm:t>
    </dgm:pt>
    <dgm:pt modelId="{A3FC734A-CFB9-4DDA-BBD3-5BDE415E6CEF}">
      <dgm:prSet phldrT="[Texte]"/>
      <dgm:spPr/>
      <dgm:t>
        <a:bodyPr/>
        <a:lstStyle/>
        <a:p>
          <a:r>
            <a:rPr lang="fr-FR" dirty="0"/>
            <a:t>Renforcement du contrôle et de la supervision</a:t>
          </a:r>
          <a:endParaRPr lang="en-US" dirty="0"/>
        </a:p>
      </dgm:t>
    </dgm:pt>
    <dgm:pt modelId="{701F588F-0CE9-4AC2-A9C4-C8C0007BFC5B}" type="parTrans" cxnId="{4B89DBB5-3760-4D9F-88A6-844AA1C3D97F}">
      <dgm:prSet/>
      <dgm:spPr/>
      <dgm:t>
        <a:bodyPr/>
        <a:lstStyle/>
        <a:p>
          <a:endParaRPr lang="en-US"/>
        </a:p>
      </dgm:t>
    </dgm:pt>
    <dgm:pt modelId="{4AC290DE-2E67-4E8B-81CC-4E8816AB3BA1}" type="sibTrans" cxnId="{4B89DBB5-3760-4D9F-88A6-844AA1C3D97F}">
      <dgm:prSet/>
      <dgm:spPr/>
      <dgm:t>
        <a:bodyPr/>
        <a:lstStyle/>
        <a:p>
          <a:endParaRPr lang="en-US"/>
        </a:p>
      </dgm:t>
    </dgm:pt>
    <dgm:pt modelId="{2F54B253-F799-47AF-9549-32714389B305}">
      <dgm:prSet phldrT="[Texte]"/>
      <dgm:spPr/>
      <dgm:t>
        <a:bodyPr/>
        <a:lstStyle/>
        <a:p>
          <a:r>
            <a:rPr lang="fr-FR" noProof="0" dirty="0"/>
            <a:t>Ajout</a:t>
          </a:r>
          <a:r>
            <a:rPr lang="en-US" dirty="0"/>
            <a:t> d’un </a:t>
          </a:r>
          <a:r>
            <a:rPr lang="en-US" dirty="0" err="1"/>
            <a:t>système</a:t>
          </a:r>
          <a:r>
            <a:rPr lang="en-US" dirty="0"/>
            <a:t> </a:t>
          </a:r>
          <a:r>
            <a:rPr lang="en-US" dirty="0" err="1"/>
            <a:t>d’administration</a:t>
          </a:r>
          <a:endParaRPr lang="en-US" dirty="0"/>
        </a:p>
      </dgm:t>
    </dgm:pt>
    <dgm:pt modelId="{74349E4C-528A-4E93-B58C-5F6FA28E73A3}" type="parTrans" cxnId="{76D9F5B2-A051-4C80-A7B9-874153458B4A}">
      <dgm:prSet/>
      <dgm:spPr/>
      <dgm:t>
        <a:bodyPr/>
        <a:lstStyle/>
        <a:p>
          <a:endParaRPr lang="en-US"/>
        </a:p>
      </dgm:t>
    </dgm:pt>
    <dgm:pt modelId="{E47CF1B8-4529-4C36-81F1-D27365F8A2ED}" type="sibTrans" cxnId="{76D9F5B2-A051-4C80-A7B9-874153458B4A}">
      <dgm:prSet/>
      <dgm:spPr/>
      <dgm:t>
        <a:bodyPr/>
        <a:lstStyle/>
        <a:p>
          <a:endParaRPr lang="en-US"/>
        </a:p>
      </dgm:t>
    </dgm:pt>
    <dgm:pt modelId="{D7659A3F-E5E5-418E-9337-4A9C6FEDA356}">
      <dgm:prSet phldrT="[Texte]"/>
      <dgm:spPr/>
      <dgm:t>
        <a:bodyPr/>
        <a:lstStyle/>
        <a:p>
          <a:r>
            <a:rPr lang="en-US" dirty="0" err="1"/>
            <a:t>Ajout</a:t>
          </a:r>
          <a:r>
            <a:rPr lang="en-US" dirty="0"/>
            <a:t> d’un </a:t>
          </a:r>
          <a:r>
            <a:rPr lang="en-US" dirty="0" err="1"/>
            <a:t>système</a:t>
          </a:r>
          <a:r>
            <a:rPr lang="en-US" dirty="0"/>
            <a:t> </a:t>
          </a:r>
          <a:r>
            <a:rPr lang="en-US" dirty="0" err="1"/>
            <a:t>d’audit</a:t>
          </a:r>
          <a:endParaRPr lang="en-US" dirty="0"/>
        </a:p>
      </dgm:t>
    </dgm:pt>
    <dgm:pt modelId="{3930BE55-7051-4CB5-9681-979D57EC5DA8}" type="parTrans" cxnId="{CAC963FC-5844-4F85-8552-4CA2DC132D44}">
      <dgm:prSet/>
      <dgm:spPr/>
      <dgm:t>
        <a:bodyPr/>
        <a:lstStyle/>
        <a:p>
          <a:endParaRPr lang="en-US"/>
        </a:p>
      </dgm:t>
    </dgm:pt>
    <dgm:pt modelId="{4E2D7243-741C-4C42-B4C1-24EF2BC95219}" type="sibTrans" cxnId="{CAC963FC-5844-4F85-8552-4CA2DC132D44}">
      <dgm:prSet/>
      <dgm:spPr/>
      <dgm:t>
        <a:bodyPr/>
        <a:lstStyle/>
        <a:p>
          <a:endParaRPr lang="en-US"/>
        </a:p>
      </dgm:t>
    </dgm:pt>
    <dgm:pt modelId="{E8BA4E91-6C49-4044-8B4E-E7C951228331}">
      <dgm:prSet phldrT="[Texte]"/>
      <dgm:spPr/>
      <dgm:t>
        <a:bodyPr/>
        <a:lstStyle/>
        <a:p>
          <a:r>
            <a:rPr lang="fr-FR" dirty="0"/>
            <a:t>Ajout d’un système de </a:t>
          </a:r>
          <a:r>
            <a:rPr lang="fr-FR" dirty="0" err="1"/>
            <a:t>reporting</a:t>
          </a:r>
          <a:endParaRPr lang="en-US" dirty="0"/>
        </a:p>
      </dgm:t>
    </dgm:pt>
    <dgm:pt modelId="{927B4856-CF35-49E1-A8C1-1D9B48765BF8}" type="parTrans" cxnId="{B0B7B488-F041-4BE8-ADD4-855F6D43745A}">
      <dgm:prSet/>
      <dgm:spPr/>
      <dgm:t>
        <a:bodyPr/>
        <a:lstStyle/>
        <a:p>
          <a:endParaRPr lang="en-US"/>
        </a:p>
      </dgm:t>
    </dgm:pt>
    <dgm:pt modelId="{514FA610-C3C5-4529-821D-2B3FAE5569A3}" type="sibTrans" cxnId="{B0B7B488-F041-4BE8-ADD4-855F6D43745A}">
      <dgm:prSet/>
      <dgm:spPr/>
      <dgm:t>
        <a:bodyPr/>
        <a:lstStyle/>
        <a:p>
          <a:endParaRPr lang="en-US"/>
        </a:p>
      </dgm:t>
    </dgm:pt>
    <dgm:pt modelId="{E41C72FD-68C0-4A0E-BD46-A724BF374FC8}" type="pres">
      <dgm:prSet presAssocID="{32A06605-4D2B-4229-B690-20E9F0EF2F9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205CD14-DCC2-4326-9189-CF29D8C3A91C}" type="pres">
      <dgm:prSet presAssocID="{397E658C-4761-4EA8-8355-2A44292C0BBD}" presName="root" presStyleCnt="0"/>
      <dgm:spPr/>
    </dgm:pt>
    <dgm:pt modelId="{6901170B-BE90-486A-807E-E7260DB720C9}" type="pres">
      <dgm:prSet presAssocID="{397E658C-4761-4EA8-8355-2A44292C0BBD}" presName="rootComposite" presStyleCnt="0"/>
      <dgm:spPr/>
    </dgm:pt>
    <dgm:pt modelId="{EDB4D997-32F1-4931-9B6A-B05AA56DD4BC}" type="pres">
      <dgm:prSet presAssocID="{397E658C-4761-4EA8-8355-2A44292C0BBD}" presName="rootText" presStyleLbl="node1" presStyleIdx="0" presStyleCnt="1" custScaleX="414791"/>
      <dgm:spPr/>
    </dgm:pt>
    <dgm:pt modelId="{52521A15-0EC3-4A55-9B28-18026AF1D4B6}" type="pres">
      <dgm:prSet presAssocID="{397E658C-4761-4EA8-8355-2A44292C0BBD}" presName="rootConnector" presStyleLbl="node1" presStyleIdx="0" presStyleCnt="1"/>
      <dgm:spPr/>
    </dgm:pt>
    <dgm:pt modelId="{C199D39A-466D-4AB6-88AE-E0986CA8C298}" type="pres">
      <dgm:prSet presAssocID="{397E658C-4761-4EA8-8355-2A44292C0BBD}" presName="childShape" presStyleCnt="0"/>
      <dgm:spPr/>
    </dgm:pt>
    <dgm:pt modelId="{D6AC29D8-B36F-470F-8B85-7C9A8F65D881}" type="pres">
      <dgm:prSet presAssocID="{B9E0F85F-7FF0-4349-9A95-17EDE103EE87}" presName="Name13" presStyleLbl="parChTrans1D2" presStyleIdx="0" presStyleCnt="6"/>
      <dgm:spPr/>
    </dgm:pt>
    <dgm:pt modelId="{0C1843AA-65AA-433F-8FAB-6AA0EFE03A87}" type="pres">
      <dgm:prSet presAssocID="{2AA813D2-C41B-4F17-B7F0-B4B20493AB5C}" presName="childText" presStyleLbl="bgAcc1" presStyleIdx="0" presStyleCnt="6" custScaleX="797508">
        <dgm:presLayoutVars>
          <dgm:bulletEnabled val="1"/>
        </dgm:presLayoutVars>
      </dgm:prSet>
      <dgm:spPr/>
    </dgm:pt>
    <dgm:pt modelId="{3993404A-D7DD-4D77-B887-87923FE17125}" type="pres">
      <dgm:prSet presAssocID="{DAEDB291-C4F6-44DD-971A-C43D2A70B9AC}" presName="Name13" presStyleLbl="parChTrans1D2" presStyleIdx="1" presStyleCnt="6"/>
      <dgm:spPr/>
    </dgm:pt>
    <dgm:pt modelId="{58330EC5-CFAE-4BC4-A784-FC90D12049F5}" type="pres">
      <dgm:prSet presAssocID="{4ED66B29-1EC7-48C7-A1AD-290014CC8520}" presName="childText" presStyleLbl="bgAcc1" presStyleIdx="1" presStyleCnt="6" custScaleX="797508">
        <dgm:presLayoutVars>
          <dgm:bulletEnabled val="1"/>
        </dgm:presLayoutVars>
      </dgm:prSet>
      <dgm:spPr/>
    </dgm:pt>
    <dgm:pt modelId="{C7379E97-96BC-4AF9-8977-B722FA5FFD6F}" type="pres">
      <dgm:prSet presAssocID="{74349E4C-528A-4E93-B58C-5F6FA28E73A3}" presName="Name13" presStyleLbl="parChTrans1D2" presStyleIdx="2" presStyleCnt="6"/>
      <dgm:spPr/>
    </dgm:pt>
    <dgm:pt modelId="{3DCEF2D1-68D2-4954-BF09-01FD5569B84E}" type="pres">
      <dgm:prSet presAssocID="{2F54B253-F799-47AF-9549-32714389B305}" presName="childText" presStyleLbl="bgAcc1" presStyleIdx="2" presStyleCnt="6" custScaleX="797508">
        <dgm:presLayoutVars>
          <dgm:bulletEnabled val="1"/>
        </dgm:presLayoutVars>
      </dgm:prSet>
      <dgm:spPr/>
    </dgm:pt>
    <dgm:pt modelId="{D6132FAB-8817-494F-84F3-7077BB0958AF}" type="pres">
      <dgm:prSet presAssocID="{3930BE55-7051-4CB5-9681-979D57EC5DA8}" presName="Name13" presStyleLbl="parChTrans1D2" presStyleIdx="3" presStyleCnt="6"/>
      <dgm:spPr/>
    </dgm:pt>
    <dgm:pt modelId="{1B4CC2C8-035B-4F68-BCCB-9E859F960AB3}" type="pres">
      <dgm:prSet presAssocID="{D7659A3F-E5E5-418E-9337-4A9C6FEDA356}" presName="childText" presStyleLbl="bgAcc1" presStyleIdx="3" presStyleCnt="6" custScaleX="797508" custLinFactNeighborY="1905">
        <dgm:presLayoutVars>
          <dgm:bulletEnabled val="1"/>
        </dgm:presLayoutVars>
      </dgm:prSet>
      <dgm:spPr/>
    </dgm:pt>
    <dgm:pt modelId="{BFC881DC-60AE-4334-82B3-A12E7456EF4C}" type="pres">
      <dgm:prSet presAssocID="{927B4856-CF35-49E1-A8C1-1D9B48765BF8}" presName="Name13" presStyleLbl="parChTrans1D2" presStyleIdx="4" presStyleCnt="6"/>
      <dgm:spPr/>
    </dgm:pt>
    <dgm:pt modelId="{3891A70A-F43B-4F91-8195-7801A07A85AB}" type="pres">
      <dgm:prSet presAssocID="{E8BA4E91-6C49-4044-8B4E-E7C951228331}" presName="childText" presStyleLbl="bgAcc1" presStyleIdx="4" presStyleCnt="6" custScaleX="797508">
        <dgm:presLayoutVars>
          <dgm:bulletEnabled val="1"/>
        </dgm:presLayoutVars>
      </dgm:prSet>
      <dgm:spPr/>
    </dgm:pt>
    <dgm:pt modelId="{3E51C4ED-A12F-40AC-A55E-C045B56EE030}" type="pres">
      <dgm:prSet presAssocID="{701F588F-0CE9-4AC2-A9C4-C8C0007BFC5B}" presName="Name13" presStyleLbl="parChTrans1D2" presStyleIdx="5" presStyleCnt="6"/>
      <dgm:spPr/>
    </dgm:pt>
    <dgm:pt modelId="{A3C07774-28EF-4386-82BD-C91B15C56221}" type="pres">
      <dgm:prSet presAssocID="{A3FC734A-CFB9-4DDA-BBD3-5BDE415E6CEF}" presName="childText" presStyleLbl="bgAcc1" presStyleIdx="5" presStyleCnt="6" custScaleX="797508">
        <dgm:presLayoutVars>
          <dgm:bulletEnabled val="1"/>
        </dgm:presLayoutVars>
      </dgm:prSet>
      <dgm:spPr/>
    </dgm:pt>
  </dgm:ptLst>
  <dgm:cxnLst>
    <dgm:cxn modelId="{8ED03C01-12B2-4261-A5EA-8CA6DE033D66}" type="presOf" srcId="{B9E0F85F-7FF0-4349-9A95-17EDE103EE87}" destId="{D6AC29D8-B36F-470F-8B85-7C9A8F65D881}" srcOrd="0" destOrd="0" presId="urn:microsoft.com/office/officeart/2005/8/layout/hierarchy3"/>
    <dgm:cxn modelId="{09EBF108-7460-40BA-AE13-7A80944688D7}" type="presOf" srcId="{3930BE55-7051-4CB5-9681-979D57EC5DA8}" destId="{D6132FAB-8817-494F-84F3-7077BB0958AF}" srcOrd="0" destOrd="0" presId="urn:microsoft.com/office/officeart/2005/8/layout/hierarchy3"/>
    <dgm:cxn modelId="{C7A71219-CACE-430B-839F-7360204C591E}" type="presOf" srcId="{397E658C-4761-4EA8-8355-2A44292C0BBD}" destId="{52521A15-0EC3-4A55-9B28-18026AF1D4B6}" srcOrd="1" destOrd="0" presId="urn:microsoft.com/office/officeart/2005/8/layout/hierarchy3"/>
    <dgm:cxn modelId="{8C79B223-5F2F-4CBC-B318-F2A38A8136BA}" type="presOf" srcId="{2AA813D2-C41B-4F17-B7F0-B4B20493AB5C}" destId="{0C1843AA-65AA-433F-8FAB-6AA0EFE03A87}" srcOrd="0" destOrd="0" presId="urn:microsoft.com/office/officeart/2005/8/layout/hierarchy3"/>
    <dgm:cxn modelId="{8065852A-CA16-4AB8-BF42-57F16CFFC253}" type="presOf" srcId="{32A06605-4D2B-4229-B690-20E9F0EF2F98}" destId="{E41C72FD-68C0-4A0E-BD46-A724BF374FC8}" srcOrd="0" destOrd="0" presId="urn:microsoft.com/office/officeart/2005/8/layout/hierarchy3"/>
    <dgm:cxn modelId="{E0002C37-9C4D-4F7B-BA4E-71E187FC44A8}" type="presOf" srcId="{2F54B253-F799-47AF-9549-32714389B305}" destId="{3DCEF2D1-68D2-4954-BF09-01FD5569B84E}" srcOrd="0" destOrd="0" presId="urn:microsoft.com/office/officeart/2005/8/layout/hierarchy3"/>
    <dgm:cxn modelId="{959C1061-23A3-4D06-98CF-B177A1BAC8BC}" type="presOf" srcId="{74349E4C-528A-4E93-B58C-5F6FA28E73A3}" destId="{C7379E97-96BC-4AF9-8977-B722FA5FFD6F}" srcOrd="0" destOrd="0" presId="urn:microsoft.com/office/officeart/2005/8/layout/hierarchy3"/>
    <dgm:cxn modelId="{E59DA643-5375-4FAF-A017-EDFAEDF684E9}" type="presOf" srcId="{DAEDB291-C4F6-44DD-971A-C43D2A70B9AC}" destId="{3993404A-D7DD-4D77-B887-87923FE17125}" srcOrd="0" destOrd="0" presId="urn:microsoft.com/office/officeart/2005/8/layout/hierarchy3"/>
    <dgm:cxn modelId="{8AB65068-F3F4-498D-B877-6E2F61E45BE0}" type="presOf" srcId="{701F588F-0CE9-4AC2-A9C4-C8C0007BFC5B}" destId="{3E51C4ED-A12F-40AC-A55E-C045B56EE030}" srcOrd="0" destOrd="0" presId="urn:microsoft.com/office/officeart/2005/8/layout/hierarchy3"/>
    <dgm:cxn modelId="{E935E66A-9BB1-4227-8B65-EFFF4804FAC4}" srcId="{397E658C-4761-4EA8-8355-2A44292C0BBD}" destId="{4ED66B29-1EC7-48C7-A1AD-290014CC8520}" srcOrd="1" destOrd="0" parTransId="{DAEDB291-C4F6-44DD-971A-C43D2A70B9AC}" sibTransId="{44ECFC5A-1857-4056-9EDD-CC60CA2E39C5}"/>
    <dgm:cxn modelId="{E3378F53-2FE9-4B75-A3E9-9F7D89864487}" type="presOf" srcId="{D7659A3F-E5E5-418E-9337-4A9C6FEDA356}" destId="{1B4CC2C8-035B-4F68-BCCB-9E859F960AB3}" srcOrd="0" destOrd="0" presId="urn:microsoft.com/office/officeart/2005/8/layout/hierarchy3"/>
    <dgm:cxn modelId="{7EFB0578-2F20-405F-AD1C-C0974D92B997}" type="presOf" srcId="{927B4856-CF35-49E1-A8C1-1D9B48765BF8}" destId="{BFC881DC-60AE-4334-82B3-A12E7456EF4C}" srcOrd="0" destOrd="0" presId="urn:microsoft.com/office/officeart/2005/8/layout/hierarchy3"/>
    <dgm:cxn modelId="{0E410B7B-F514-4D5B-9EE7-CE280155ACD2}" type="presOf" srcId="{A3FC734A-CFB9-4DDA-BBD3-5BDE415E6CEF}" destId="{A3C07774-28EF-4386-82BD-C91B15C56221}" srcOrd="0" destOrd="0" presId="urn:microsoft.com/office/officeart/2005/8/layout/hierarchy3"/>
    <dgm:cxn modelId="{0B224E84-1020-4205-9DAD-613D0BB9ECD7}" type="presOf" srcId="{E8BA4E91-6C49-4044-8B4E-E7C951228331}" destId="{3891A70A-F43B-4F91-8195-7801A07A85AB}" srcOrd="0" destOrd="0" presId="urn:microsoft.com/office/officeart/2005/8/layout/hierarchy3"/>
    <dgm:cxn modelId="{B0B7B488-F041-4BE8-ADD4-855F6D43745A}" srcId="{397E658C-4761-4EA8-8355-2A44292C0BBD}" destId="{E8BA4E91-6C49-4044-8B4E-E7C951228331}" srcOrd="4" destOrd="0" parTransId="{927B4856-CF35-49E1-A8C1-1D9B48765BF8}" sibTransId="{514FA610-C3C5-4529-821D-2B3FAE5569A3}"/>
    <dgm:cxn modelId="{BC39DE93-52EC-410D-8503-446AAB1AF8B4}" type="presOf" srcId="{4ED66B29-1EC7-48C7-A1AD-290014CC8520}" destId="{58330EC5-CFAE-4BC4-A784-FC90D12049F5}" srcOrd="0" destOrd="0" presId="urn:microsoft.com/office/officeart/2005/8/layout/hierarchy3"/>
    <dgm:cxn modelId="{76D9F5B2-A051-4C80-A7B9-874153458B4A}" srcId="{397E658C-4761-4EA8-8355-2A44292C0BBD}" destId="{2F54B253-F799-47AF-9549-32714389B305}" srcOrd="2" destOrd="0" parTransId="{74349E4C-528A-4E93-B58C-5F6FA28E73A3}" sibTransId="{E47CF1B8-4529-4C36-81F1-D27365F8A2ED}"/>
    <dgm:cxn modelId="{4B89DBB5-3760-4D9F-88A6-844AA1C3D97F}" srcId="{397E658C-4761-4EA8-8355-2A44292C0BBD}" destId="{A3FC734A-CFB9-4DDA-BBD3-5BDE415E6CEF}" srcOrd="5" destOrd="0" parTransId="{701F588F-0CE9-4AC2-A9C4-C8C0007BFC5B}" sibTransId="{4AC290DE-2E67-4E8B-81CC-4E8816AB3BA1}"/>
    <dgm:cxn modelId="{85F1BCC0-D939-4F73-8547-BF1138EC1C6E}" srcId="{32A06605-4D2B-4229-B690-20E9F0EF2F98}" destId="{397E658C-4761-4EA8-8355-2A44292C0BBD}" srcOrd="0" destOrd="0" parTransId="{E2ED48ED-068B-4AAD-8D53-8E90ABA3EFC8}" sibTransId="{DDF10F86-DBEC-419D-A0B0-65AAB4C77A62}"/>
    <dgm:cxn modelId="{7D32BED8-9F2C-4499-9E4B-AF5B4085D291}" srcId="{397E658C-4761-4EA8-8355-2A44292C0BBD}" destId="{2AA813D2-C41B-4F17-B7F0-B4B20493AB5C}" srcOrd="0" destOrd="0" parTransId="{B9E0F85F-7FF0-4349-9A95-17EDE103EE87}" sibTransId="{6D7D7B51-13F9-4F92-A410-B9111E29F55F}"/>
    <dgm:cxn modelId="{FE225AF4-C3E6-481C-911A-71B5E5AAECA8}" type="presOf" srcId="{397E658C-4761-4EA8-8355-2A44292C0BBD}" destId="{EDB4D997-32F1-4931-9B6A-B05AA56DD4BC}" srcOrd="0" destOrd="0" presId="urn:microsoft.com/office/officeart/2005/8/layout/hierarchy3"/>
    <dgm:cxn modelId="{CAC963FC-5844-4F85-8552-4CA2DC132D44}" srcId="{397E658C-4761-4EA8-8355-2A44292C0BBD}" destId="{D7659A3F-E5E5-418E-9337-4A9C6FEDA356}" srcOrd="3" destOrd="0" parTransId="{3930BE55-7051-4CB5-9681-979D57EC5DA8}" sibTransId="{4E2D7243-741C-4C42-B4C1-24EF2BC95219}"/>
    <dgm:cxn modelId="{15E88FFE-6BE6-487B-A4E3-9EA085F46714}" type="presParOf" srcId="{E41C72FD-68C0-4A0E-BD46-A724BF374FC8}" destId="{1205CD14-DCC2-4326-9189-CF29D8C3A91C}" srcOrd="0" destOrd="0" presId="urn:microsoft.com/office/officeart/2005/8/layout/hierarchy3"/>
    <dgm:cxn modelId="{D1C8FE79-80BC-4F28-AC00-949D2F4616CB}" type="presParOf" srcId="{1205CD14-DCC2-4326-9189-CF29D8C3A91C}" destId="{6901170B-BE90-486A-807E-E7260DB720C9}" srcOrd="0" destOrd="0" presId="urn:microsoft.com/office/officeart/2005/8/layout/hierarchy3"/>
    <dgm:cxn modelId="{B4295C8C-9E60-428B-971F-48826A03477A}" type="presParOf" srcId="{6901170B-BE90-486A-807E-E7260DB720C9}" destId="{EDB4D997-32F1-4931-9B6A-B05AA56DD4BC}" srcOrd="0" destOrd="0" presId="urn:microsoft.com/office/officeart/2005/8/layout/hierarchy3"/>
    <dgm:cxn modelId="{D09265EC-30A4-4FF7-91A5-296006CCF4E4}" type="presParOf" srcId="{6901170B-BE90-486A-807E-E7260DB720C9}" destId="{52521A15-0EC3-4A55-9B28-18026AF1D4B6}" srcOrd="1" destOrd="0" presId="urn:microsoft.com/office/officeart/2005/8/layout/hierarchy3"/>
    <dgm:cxn modelId="{7C7E93A2-7497-4A3A-9E13-9BB828BA40C0}" type="presParOf" srcId="{1205CD14-DCC2-4326-9189-CF29D8C3A91C}" destId="{C199D39A-466D-4AB6-88AE-E0986CA8C298}" srcOrd="1" destOrd="0" presId="urn:microsoft.com/office/officeart/2005/8/layout/hierarchy3"/>
    <dgm:cxn modelId="{53C02CEB-DAEA-463E-90EC-4B43A6443F86}" type="presParOf" srcId="{C199D39A-466D-4AB6-88AE-E0986CA8C298}" destId="{D6AC29D8-B36F-470F-8B85-7C9A8F65D881}" srcOrd="0" destOrd="0" presId="urn:microsoft.com/office/officeart/2005/8/layout/hierarchy3"/>
    <dgm:cxn modelId="{C940AA2B-53B9-4D6D-A32D-ED2C3971CC41}" type="presParOf" srcId="{C199D39A-466D-4AB6-88AE-E0986CA8C298}" destId="{0C1843AA-65AA-433F-8FAB-6AA0EFE03A87}" srcOrd="1" destOrd="0" presId="urn:microsoft.com/office/officeart/2005/8/layout/hierarchy3"/>
    <dgm:cxn modelId="{20FA9CD3-9043-4614-8B73-6086CBF70729}" type="presParOf" srcId="{C199D39A-466D-4AB6-88AE-E0986CA8C298}" destId="{3993404A-D7DD-4D77-B887-87923FE17125}" srcOrd="2" destOrd="0" presId="urn:microsoft.com/office/officeart/2005/8/layout/hierarchy3"/>
    <dgm:cxn modelId="{09C8005F-7872-45A2-8EB9-66A84BD95ED9}" type="presParOf" srcId="{C199D39A-466D-4AB6-88AE-E0986CA8C298}" destId="{58330EC5-CFAE-4BC4-A784-FC90D12049F5}" srcOrd="3" destOrd="0" presId="urn:microsoft.com/office/officeart/2005/8/layout/hierarchy3"/>
    <dgm:cxn modelId="{083F82A0-AA55-4F28-9376-AF62A11BA9B6}" type="presParOf" srcId="{C199D39A-466D-4AB6-88AE-E0986CA8C298}" destId="{C7379E97-96BC-4AF9-8977-B722FA5FFD6F}" srcOrd="4" destOrd="0" presId="urn:microsoft.com/office/officeart/2005/8/layout/hierarchy3"/>
    <dgm:cxn modelId="{5E69CC54-4328-47BE-B9C9-72000636EFDA}" type="presParOf" srcId="{C199D39A-466D-4AB6-88AE-E0986CA8C298}" destId="{3DCEF2D1-68D2-4954-BF09-01FD5569B84E}" srcOrd="5" destOrd="0" presId="urn:microsoft.com/office/officeart/2005/8/layout/hierarchy3"/>
    <dgm:cxn modelId="{39323C50-D3F0-4954-B172-A8317A6128E5}" type="presParOf" srcId="{C199D39A-466D-4AB6-88AE-E0986CA8C298}" destId="{D6132FAB-8817-494F-84F3-7077BB0958AF}" srcOrd="6" destOrd="0" presId="urn:microsoft.com/office/officeart/2005/8/layout/hierarchy3"/>
    <dgm:cxn modelId="{7D6AF8B7-3C57-4FE9-99D0-1404CBDC3284}" type="presParOf" srcId="{C199D39A-466D-4AB6-88AE-E0986CA8C298}" destId="{1B4CC2C8-035B-4F68-BCCB-9E859F960AB3}" srcOrd="7" destOrd="0" presId="urn:microsoft.com/office/officeart/2005/8/layout/hierarchy3"/>
    <dgm:cxn modelId="{207B0C2E-9727-4E11-8389-60FE250FB7B0}" type="presParOf" srcId="{C199D39A-466D-4AB6-88AE-E0986CA8C298}" destId="{BFC881DC-60AE-4334-82B3-A12E7456EF4C}" srcOrd="8" destOrd="0" presId="urn:microsoft.com/office/officeart/2005/8/layout/hierarchy3"/>
    <dgm:cxn modelId="{07F0A880-D190-420C-A25B-99D10F2866D5}" type="presParOf" srcId="{C199D39A-466D-4AB6-88AE-E0986CA8C298}" destId="{3891A70A-F43B-4F91-8195-7801A07A85AB}" srcOrd="9" destOrd="0" presId="urn:microsoft.com/office/officeart/2005/8/layout/hierarchy3"/>
    <dgm:cxn modelId="{E0A6BD45-8BE5-47E2-8C54-A6DFC13DB13D}" type="presParOf" srcId="{C199D39A-466D-4AB6-88AE-E0986CA8C298}" destId="{3E51C4ED-A12F-40AC-A55E-C045B56EE030}" srcOrd="10" destOrd="0" presId="urn:microsoft.com/office/officeart/2005/8/layout/hierarchy3"/>
    <dgm:cxn modelId="{C3F20E3F-CC8E-4FEB-820D-02B24F9558ED}" type="presParOf" srcId="{C199D39A-466D-4AB6-88AE-E0986CA8C298}" destId="{A3C07774-28EF-4386-82BD-C91B15C56221}" srcOrd="1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FC06C18-C8D6-4298-A750-11FD927BF0BF}" type="doc">
      <dgm:prSet loTypeId="urn:microsoft.com/office/officeart/2005/8/layout/cycle2" loCatId="cycle" qsTypeId="urn:microsoft.com/office/officeart/2005/8/quickstyle/3d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47637956-C21F-42F6-9F64-7DFEC3FAFE44}">
      <dgm:prSet/>
      <dgm:spPr/>
      <dgm:t>
        <a:bodyPr/>
        <a:lstStyle/>
        <a:p>
          <a:r>
            <a:rPr lang="fr-FR" dirty="0"/>
            <a:t>Réalisation  par étapes </a:t>
          </a:r>
          <a:endParaRPr lang="en-US" dirty="0"/>
        </a:p>
      </dgm:t>
    </dgm:pt>
    <dgm:pt modelId="{EE29B899-C2D3-4ECE-B9F9-6F7DC1FE4405}" type="parTrans" cxnId="{573DD3EA-400A-4A5B-B404-9A557F6C2851}">
      <dgm:prSet/>
      <dgm:spPr/>
      <dgm:t>
        <a:bodyPr/>
        <a:lstStyle/>
        <a:p>
          <a:endParaRPr lang="en-US"/>
        </a:p>
      </dgm:t>
    </dgm:pt>
    <dgm:pt modelId="{49587D5E-B506-475A-B010-DC89ED40C9AF}" type="sibTrans" cxnId="{573DD3EA-400A-4A5B-B404-9A557F6C2851}">
      <dgm:prSet/>
      <dgm:spPr/>
      <dgm:t>
        <a:bodyPr/>
        <a:lstStyle/>
        <a:p>
          <a:endParaRPr lang="en-US"/>
        </a:p>
      </dgm:t>
    </dgm:pt>
    <dgm:pt modelId="{7786C813-7FE7-4182-9F6D-EA0925B0BADF}">
      <dgm:prSet/>
      <dgm:spPr/>
      <dgm:t>
        <a:bodyPr/>
        <a:lstStyle/>
        <a:p>
          <a:r>
            <a:rPr lang="en-US" dirty="0" err="1"/>
            <a:t>Amélioration</a:t>
          </a:r>
          <a:r>
            <a:rPr lang="en-US" dirty="0"/>
            <a:t> des </a:t>
          </a:r>
          <a:r>
            <a:rPr lang="en-US" dirty="0" err="1"/>
            <a:t>fonctionnalités</a:t>
          </a:r>
          <a:endParaRPr lang="en-US" dirty="0"/>
        </a:p>
      </dgm:t>
    </dgm:pt>
    <dgm:pt modelId="{5F3001CD-F34A-4C35-935A-8E240E01D4B2}" type="parTrans" cxnId="{E6025872-6D8E-441D-B7E8-CF3FAEC5D454}">
      <dgm:prSet/>
      <dgm:spPr/>
      <dgm:t>
        <a:bodyPr/>
        <a:lstStyle/>
        <a:p>
          <a:endParaRPr lang="en-US"/>
        </a:p>
      </dgm:t>
    </dgm:pt>
    <dgm:pt modelId="{FEF7787D-A637-4015-928C-9DB8C3A4D899}" type="sibTrans" cxnId="{E6025872-6D8E-441D-B7E8-CF3FAEC5D454}">
      <dgm:prSet/>
      <dgm:spPr/>
      <dgm:t>
        <a:bodyPr/>
        <a:lstStyle/>
        <a:p>
          <a:endParaRPr lang="en-US"/>
        </a:p>
      </dgm:t>
    </dgm:pt>
    <dgm:pt modelId="{430E624D-52C2-43E3-920E-915E35D205DD}">
      <dgm:prSet/>
      <dgm:spPr/>
      <dgm:t>
        <a:bodyPr/>
        <a:lstStyle/>
        <a:p>
          <a:r>
            <a:rPr lang="en-US" dirty="0" err="1"/>
            <a:t>Intégration</a:t>
          </a:r>
          <a:r>
            <a:rPr lang="en-US" dirty="0"/>
            <a:t> progressive des services</a:t>
          </a:r>
        </a:p>
      </dgm:t>
    </dgm:pt>
    <dgm:pt modelId="{06E17506-D849-4FEE-AB5D-D6214E050131}" type="parTrans" cxnId="{A7C5D74B-8C73-498D-A6B9-D0C358F60389}">
      <dgm:prSet/>
      <dgm:spPr/>
      <dgm:t>
        <a:bodyPr/>
        <a:lstStyle/>
        <a:p>
          <a:endParaRPr lang="en-US"/>
        </a:p>
      </dgm:t>
    </dgm:pt>
    <dgm:pt modelId="{A41ACF69-1C2C-47AD-87CB-28B3C29456C7}" type="sibTrans" cxnId="{A7C5D74B-8C73-498D-A6B9-D0C358F60389}">
      <dgm:prSet/>
      <dgm:spPr/>
      <dgm:t>
        <a:bodyPr/>
        <a:lstStyle/>
        <a:p>
          <a:endParaRPr lang="en-US"/>
        </a:p>
      </dgm:t>
    </dgm:pt>
    <dgm:pt modelId="{F0FBFD2E-77DB-4078-9F0D-6623EF139606}">
      <dgm:prSet/>
      <dgm:spPr/>
      <dgm:t>
        <a:bodyPr/>
        <a:lstStyle/>
        <a:p>
          <a:r>
            <a:rPr lang="en-US" dirty="0" err="1"/>
            <a:t>Intégration</a:t>
          </a:r>
          <a:r>
            <a:rPr lang="en-US" dirty="0"/>
            <a:t> progressive des modules</a:t>
          </a:r>
        </a:p>
      </dgm:t>
    </dgm:pt>
    <dgm:pt modelId="{4320D653-D928-4213-BC60-720594128AEF}" type="parTrans" cxnId="{516A1536-3AE7-45C1-87B0-57F2828A504A}">
      <dgm:prSet/>
      <dgm:spPr/>
      <dgm:t>
        <a:bodyPr/>
        <a:lstStyle/>
        <a:p>
          <a:endParaRPr lang="en-US"/>
        </a:p>
      </dgm:t>
    </dgm:pt>
    <dgm:pt modelId="{248B3E72-450F-43A1-A60D-741C18151D15}" type="sibTrans" cxnId="{516A1536-3AE7-45C1-87B0-57F2828A504A}">
      <dgm:prSet/>
      <dgm:spPr/>
      <dgm:t>
        <a:bodyPr/>
        <a:lstStyle/>
        <a:p>
          <a:endParaRPr lang="en-US"/>
        </a:p>
      </dgm:t>
    </dgm:pt>
    <dgm:pt modelId="{321577C0-13C8-40E9-90CD-CB660AD9C69E}">
      <dgm:prSet/>
      <dgm:spPr/>
      <dgm:t>
        <a:bodyPr/>
        <a:lstStyle/>
        <a:p>
          <a:r>
            <a:rPr lang="fr-FR" dirty="0"/>
            <a:t>Tests à chaque phase</a:t>
          </a:r>
          <a:endParaRPr lang="en-US" dirty="0"/>
        </a:p>
      </dgm:t>
    </dgm:pt>
    <dgm:pt modelId="{663410D4-8915-4FEE-B43D-778954D9C1DF}" type="parTrans" cxnId="{4A3B58E1-9F56-44EE-AF9B-E923716ED771}">
      <dgm:prSet/>
      <dgm:spPr/>
      <dgm:t>
        <a:bodyPr/>
        <a:lstStyle/>
        <a:p>
          <a:endParaRPr lang="en-US"/>
        </a:p>
      </dgm:t>
    </dgm:pt>
    <dgm:pt modelId="{D841C5DB-C7FB-4AF0-BB37-9FDCEC4D7300}" type="sibTrans" cxnId="{4A3B58E1-9F56-44EE-AF9B-E923716ED771}">
      <dgm:prSet/>
      <dgm:spPr/>
      <dgm:t>
        <a:bodyPr/>
        <a:lstStyle/>
        <a:p>
          <a:endParaRPr lang="en-US"/>
        </a:p>
      </dgm:t>
    </dgm:pt>
    <dgm:pt modelId="{8B2E29E5-DF52-4769-A1E4-286F9EE434A0}">
      <dgm:prSet/>
      <dgm:spPr/>
      <dgm:t>
        <a:bodyPr/>
        <a:lstStyle/>
        <a:p>
          <a:r>
            <a:rPr lang="fr-FR" dirty="0"/>
            <a:t>ajustements à chaque phase</a:t>
          </a:r>
          <a:endParaRPr lang="en-US" dirty="0"/>
        </a:p>
      </dgm:t>
    </dgm:pt>
    <dgm:pt modelId="{01D6AF08-B884-4F9F-8924-E09B45121E64}" type="parTrans" cxnId="{4F1582FB-2747-4374-9695-E10DA7616F02}">
      <dgm:prSet/>
      <dgm:spPr/>
      <dgm:t>
        <a:bodyPr/>
        <a:lstStyle/>
        <a:p>
          <a:endParaRPr lang="en-US"/>
        </a:p>
      </dgm:t>
    </dgm:pt>
    <dgm:pt modelId="{D2F788BD-21F5-46CE-9417-2B90A94012FE}" type="sibTrans" cxnId="{4F1582FB-2747-4374-9695-E10DA7616F02}">
      <dgm:prSet/>
      <dgm:spPr/>
      <dgm:t>
        <a:bodyPr/>
        <a:lstStyle/>
        <a:p>
          <a:endParaRPr lang="en-US"/>
        </a:p>
      </dgm:t>
    </dgm:pt>
    <dgm:pt modelId="{EC395365-7910-4B64-978F-35FCBAA7EBA7}" type="pres">
      <dgm:prSet presAssocID="{6FC06C18-C8D6-4298-A750-11FD927BF0BF}" presName="cycle" presStyleCnt="0">
        <dgm:presLayoutVars>
          <dgm:dir/>
          <dgm:resizeHandles val="exact"/>
        </dgm:presLayoutVars>
      </dgm:prSet>
      <dgm:spPr/>
    </dgm:pt>
    <dgm:pt modelId="{724B25FE-B459-401C-B7B2-693790578135}" type="pres">
      <dgm:prSet presAssocID="{47637956-C21F-42F6-9F64-7DFEC3FAFE44}" presName="node" presStyleLbl="node1" presStyleIdx="0" presStyleCnt="6" custScaleX="131826" custScaleY="128221">
        <dgm:presLayoutVars>
          <dgm:bulletEnabled val="1"/>
        </dgm:presLayoutVars>
      </dgm:prSet>
      <dgm:spPr/>
    </dgm:pt>
    <dgm:pt modelId="{3E356982-164C-4D7E-885B-5FD9D6EC7956}" type="pres">
      <dgm:prSet presAssocID="{49587D5E-B506-475A-B010-DC89ED40C9AF}" presName="sibTrans" presStyleLbl="sibTrans2D1" presStyleIdx="0" presStyleCnt="6" custScaleX="131826" custScaleY="128221"/>
      <dgm:spPr/>
    </dgm:pt>
    <dgm:pt modelId="{F30D8B0C-F034-4C94-90DD-1C955C7B7C31}" type="pres">
      <dgm:prSet presAssocID="{49587D5E-B506-475A-B010-DC89ED40C9AF}" presName="connectorText" presStyleLbl="sibTrans2D1" presStyleIdx="0" presStyleCnt="6"/>
      <dgm:spPr/>
    </dgm:pt>
    <dgm:pt modelId="{A9730BB3-5A4C-49DE-B85A-ABCCE32FC2C6}" type="pres">
      <dgm:prSet presAssocID="{7786C813-7FE7-4182-9F6D-EA0925B0BADF}" presName="node" presStyleLbl="node1" presStyleIdx="1" presStyleCnt="6" custScaleX="131826" custScaleY="128221">
        <dgm:presLayoutVars>
          <dgm:bulletEnabled val="1"/>
        </dgm:presLayoutVars>
      </dgm:prSet>
      <dgm:spPr/>
    </dgm:pt>
    <dgm:pt modelId="{4237B70C-57A8-4FE7-83AA-22C64E0AC84C}" type="pres">
      <dgm:prSet presAssocID="{FEF7787D-A637-4015-928C-9DB8C3A4D899}" presName="sibTrans" presStyleLbl="sibTrans2D1" presStyleIdx="1" presStyleCnt="6" custScaleX="131826" custScaleY="128221"/>
      <dgm:spPr/>
    </dgm:pt>
    <dgm:pt modelId="{A285F4BB-E07E-410F-A19D-9B6A975B0935}" type="pres">
      <dgm:prSet presAssocID="{FEF7787D-A637-4015-928C-9DB8C3A4D899}" presName="connectorText" presStyleLbl="sibTrans2D1" presStyleIdx="1" presStyleCnt="6"/>
      <dgm:spPr/>
    </dgm:pt>
    <dgm:pt modelId="{77DA1054-F86B-4DED-980E-FB2EF420C0DE}" type="pres">
      <dgm:prSet presAssocID="{430E624D-52C2-43E3-920E-915E35D205DD}" presName="node" presStyleLbl="node1" presStyleIdx="2" presStyleCnt="6" custScaleX="131826" custScaleY="128221">
        <dgm:presLayoutVars>
          <dgm:bulletEnabled val="1"/>
        </dgm:presLayoutVars>
      </dgm:prSet>
      <dgm:spPr/>
    </dgm:pt>
    <dgm:pt modelId="{D81B1515-F5AE-4395-B19D-B4B2AD2E67A3}" type="pres">
      <dgm:prSet presAssocID="{A41ACF69-1C2C-47AD-87CB-28B3C29456C7}" presName="sibTrans" presStyleLbl="sibTrans2D1" presStyleIdx="2" presStyleCnt="6" custScaleX="131826" custScaleY="128221"/>
      <dgm:spPr/>
    </dgm:pt>
    <dgm:pt modelId="{65C6893C-1537-411C-BBDF-95D7D534EFFA}" type="pres">
      <dgm:prSet presAssocID="{A41ACF69-1C2C-47AD-87CB-28B3C29456C7}" presName="connectorText" presStyleLbl="sibTrans2D1" presStyleIdx="2" presStyleCnt="6"/>
      <dgm:spPr/>
    </dgm:pt>
    <dgm:pt modelId="{5E9E23A4-E044-4B78-9616-4CEAFA101A6C}" type="pres">
      <dgm:prSet presAssocID="{F0FBFD2E-77DB-4078-9F0D-6623EF139606}" presName="node" presStyleLbl="node1" presStyleIdx="3" presStyleCnt="6" custScaleX="131826" custScaleY="128221">
        <dgm:presLayoutVars>
          <dgm:bulletEnabled val="1"/>
        </dgm:presLayoutVars>
      </dgm:prSet>
      <dgm:spPr/>
    </dgm:pt>
    <dgm:pt modelId="{8AE25586-97DD-4CCF-87D8-72FB0C42DF02}" type="pres">
      <dgm:prSet presAssocID="{248B3E72-450F-43A1-A60D-741C18151D15}" presName="sibTrans" presStyleLbl="sibTrans2D1" presStyleIdx="3" presStyleCnt="6" custScaleX="131826" custScaleY="128221"/>
      <dgm:spPr/>
    </dgm:pt>
    <dgm:pt modelId="{8B1146BB-D429-4367-A768-C15302A23B91}" type="pres">
      <dgm:prSet presAssocID="{248B3E72-450F-43A1-A60D-741C18151D15}" presName="connectorText" presStyleLbl="sibTrans2D1" presStyleIdx="3" presStyleCnt="6"/>
      <dgm:spPr/>
    </dgm:pt>
    <dgm:pt modelId="{835EAE54-BC6D-403F-B6B6-D25B86DE9236}" type="pres">
      <dgm:prSet presAssocID="{321577C0-13C8-40E9-90CD-CB660AD9C69E}" presName="node" presStyleLbl="node1" presStyleIdx="4" presStyleCnt="6" custScaleX="131826" custScaleY="128221">
        <dgm:presLayoutVars>
          <dgm:bulletEnabled val="1"/>
        </dgm:presLayoutVars>
      </dgm:prSet>
      <dgm:spPr/>
    </dgm:pt>
    <dgm:pt modelId="{EF264455-C463-4EB9-A5F6-436FC0961EE9}" type="pres">
      <dgm:prSet presAssocID="{D841C5DB-C7FB-4AF0-BB37-9FDCEC4D7300}" presName="sibTrans" presStyleLbl="sibTrans2D1" presStyleIdx="4" presStyleCnt="6" custScaleX="131826" custScaleY="128221"/>
      <dgm:spPr/>
    </dgm:pt>
    <dgm:pt modelId="{BBB2CEC9-4EAC-45B7-9F4A-45B30A15FC68}" type="pres">
      <dgm:prSet presAssocID="{D841C5DB-C7FB-4AF0-BB37-9FDCEC4D7300}" presName="connectorText" presStyleLbl="sibTrans2D1" presStyleIdx="4" presStyleCnt="6"/>
      <dgm:spPr/>
    </dgm:pt>
    <dgm:pt modelId="{53F920A0-0BB4-4A6D-8C75-AA2589408E0E}" type="pres">
      <dgm:prSet presAssocID="{8B2E29E5-DF52-4769-A1E4-286F9EE434A0}" presName="node" presStyleLbl="node1" presStyleIdx="5" presStyleCnt="6" custScaleX="131826" custScaleY="128221">
        <dgm:presLayoutVars>
          <dgm:bulletEnabled val="1"/>
        </dgm:presLayoutVars>
      </dgm:prSet>
      <dgm:spPr/>
    </dgm:pt>
    <dgm:pt modelId="{8419D58E-14A7-4440-A72B-B6764AC6E1AE}" type="pres">
      <dgm:prSet presAssocID="{D2F788BD-21F5-46CE-9417-2B90A94012FE}" presName="sibTrans" presStyleLbl="sibTrans2D1" presStyleIdx="5" presStyleCnt="6" custScaleX="131826" custScaleY="128221"/>
      <dgm:spPr/>
    </dgm:pt>
    <dgm:pt modelId="{3A788AD0-EDF5-483F-81BC-2B90460B1B20}" type="pres">
      <dgm:prSet presAssocID="{D2F788BD-21F5-46CE-9417-2B90A94012FE}" presName="connectorText" presStyleLbl="sibTrans2D1" presStyleIdx="5" presStyleCnt="6"/>
      <dgm:spPr/>
    </dgm:pt>
  </dgm:ptLst>
  <dgm:cxnLst>
    <dgm:cxn modelId="{75FB5B0C-8C35-498C-94C3-E00B424EDA02}" type="presOf" srcId="{D841C5DB-C7FB-4AF0-BB37-9FDCEC4D7300}" destId="{EF264455-C463-4EB9-A5F6-436FC0961EE9}" srcOrd="0" destOrd="0" presId="urn:microsoft.com/office/officeart/2005/8/layout/cycle2"/>
    <dgm:cxn modelId="{4961B320-E580-4D7C-8568-377FEDCBD2DE}" type="presOf" srcId="{D841C5DB-C7FB-4AF0-BB37-9FDCEC4D7300}" destId="{BBB2CEC9-4EAC-45B7-9F4A-45B30A15FC68}" srcOrd="1" destOrd="0" presId="urn:microsoft.com/office/officeart/2005/8/layout/cycle2"/>
    <dgm:cxn modelId="{856A9325-1C30-4180-8FA5-02DD3F328659}" type="presOf" srcId="{6FC06C18-C8D6-4298-A750-11FD927BF0BF}" destId="{EC395365-7910-4B64-978F-35FCBAA7EBA7}" srcOrd="0" destOrd="0" presId="urn:microsoft.com/office/officeart/2005/8/layout/cycle2"/>
    <dgm:cxn modelId="{39F4CA33-101B-45B6-8369-6C46A85426E1}" type="presOf" srcId="{49587D5E-B506-475A-B010-DC89ED40C9AF}" destId="{F30D8B0C-F034-4C94-90DD-1C955C7B7C31}" srcOrd="1" destOrd="0" presId="urn:microsoft.com/office/officeart/2005/8/layout/cycle2"/>
    <dgm:cxn modelId="{516A1536-3AE7-45C1-87B0-57F2828A504A}" srcId="{6FC06C18-C8D6-4298-A750-11FD927BF0BF}" destId="{F0FBFD2E-77DB-4078-9F0D-6623EF139606}" srcOrd="3" destOrd="0" parTransId="{4320D653-D928-4213-BC60-720594128AEF}" sibTransId="{248B3E72-450F-43A1-A60D-741C18151D15}"/>
    <dgm:cxn modelId="{E871B93B-09D4-430D-891B-F2C7E5C0574A}" type="presOf" srcId="{D2F788BD-21F5-46CE-9417-2B90A94012FE}" destId="{3A788AD0-EDF5-483F-81BC-2B90460B1B20}" srcOrd="1" destOrd="0" presId="urn:microsoft.com/office/officeart/2005/8/layout/cycle2"/>
    <dgm:cxn modelId="{E583A764-9569-425B-96E3-E8DB5ADB5E0A}" type="presOf" srcId="{8B2E29E5-DF52-4769-A1E4-286F9EE434A0}" destId="{53F920A0-0BB4-4A6D-8C75-AA2589408E0E}" srcOrd="0" destOrd="0" presId="urn:microsoft.com/office/officeart/2005/8/layout/cycle2"/>
    <dgm:cxn modelId="{A7C5D74B-8C73-498D-A6B9-D0C358F60389}" srcId="{6FC06C18-C8D6-4298-A750-11FD927BF0BF}" destId="{430E624D-52C2-43E3-920E-915E35D205DD}" srcOrd="2" destOrd="0" parTransId="{06E17506-D849-4FEE-AB5D-D6214E050131}" sibTransId="{A41ACF69-1C2C-47AD-87CB-28B3C29456C7}"/>
    <dgm:cxn modelId="{7786316C-002E-4A03-8E1F-AA1719E8038D}" type="presOf" srcId="{47637956-C21F-42F6-9F64-7DFEC3FAFE44}" destId="{724B25FE-B459-401C-B7B2-693790578135}" srcOrd="0" destOrd="0" presId="urn:microsoft.com/office/officeart/2005/8/layout/cycle2"/>
    <dgm:cxn modelId="{D4313A71-1A6F-4890-99CB-58E5A2E17A49}" type="presOf" srcId="{430E624D-52C2-43E3-920E-915E35D205DD}" destId="{77DA1054-F86B-4DED-980E-FB2EF420C0DE}" srcOrd="0" destOrd="0" presId="urn:microsoft.com/office/officeart/2005/8/layout/cycle2"/>
    <dgm:cxn modelId="{E6025872-6D8E-441D-B7E8-CF3FAEC5D454}" srcId="{6FC06C18-C8D6-4298-A750-11FD927BF0BF}" destId="{7786C813-7FE7-4182-9F6D-EA0925B0BADF}" srcOrd="1" destOrd="0" parTransId="{5F3001CD-F34A-4C35-935A-8E240E01D4B2}" sibTransId="{FEF7787D-A637-4015-928C-9DB8C3A4D899}"/>
    <dgm:cxn modelId="{58C12875-2A77-432B-9906-F56F9D884FD1}" type="presOf" srcId="{A41ACF69-1C2C-47AD-87CB-28B3C29456C7}" destId="{D81B1515-F5AE-4395-B19D-B4B2AD2E67A3}" srcOrd="0" destOrd="0" presId="urn:microsoft.com/office/officeart/2005/8/layout/cycle2"/>
    <dgm:cxn modelId="{F1F34E79-6F0E-4619-99CC-AA8286348DF3}" type="presOf" srcId="{321577C0-13C8-40E9-90CD-CB660AD9C69E}" destId="{835EAE54-BC6D-403F-B6B6-D25B86DE9236}" srcOrd="0" destOrd="0" presId="urn:microsoft.com/office/officeart/2005/8/layout/cycle2"/>
    <dgm:cxn modelId="{50DE9180-F597-4CE4-B4AC-428C8581ABBE}" type="presOf" srcId="{FEF7787D-A637-4015-928C-9DB8C3A4D899}" destId="{4237B70C-57A8-4FE7-83AA-22C64E0AC84C}" srcOrd="0" destOrd="0" presId="urn:microsoft.com/office/officeart/2005/8/layout/cycle2"/>
    <dgm:cxn modelId="{7F789B9F-F878-4280-AE05-0742BACEB046}" type="presOf" srcId="{F0FBFD2E-77DB-4078-9F0D-6623EF139606}" destId="{5E9E23A4-E044-4B78-9616-4CEAFA101A6C}" srcOrd="0" destOrd="0" presId="urn:microsoft.com/office/officeart/2005/8/layout/cycle2"/>
    <dgm:cxn modelId="{5C3990BC-1840-4843-9176-0481834897CD}" type="presOf" srcId="{248B3E72-450F-43A1-A60D-741C18151D15}" destId="{8B1146BB-D429-4367-A768-C15302A23B91}" srcOrd="1" destOrd="0" presId="urn:microsoft.com/office/officeart/2005/8/layout/cycle2"/>
    <dgm:cxn modelId="{7C4987C2-D8DC-4511-9AAD-F7C7E125D1BC}" type="presOf" srcId="{7786C813-7FE7-4182-9F6D-EA0925B0BADF}" destId="{A9730BB3-5A4C-49DE-B85A-ABCCE32FC2C6}" srcOrd="0" destOrd="0" presId="urn:microsoft.com/office/officeart/2005/8/layout/cycle2"/>
    <dgm:cxn modelId="{C39750CE-EA67-4396-838E-10C7A843F693}" type="presOf" srcId="{FEF7787D-A637-4015-928C-9DB8C3A4D899}" destId="{A285F4BB-E07E-410F-A19D-9B6A975B0935}" srcOrd="1" destOrd="0" presId="urn:microsoft.com/office/officeart/2005/8/layout/cycle2"/>
    <dgm:cxn modelId="{B46016D1-BD30-49BC-963C-D6A5D684BEFB}" type="presOf" srcId="{D2F788BD-21F5-46CE-9417-2B90A94012FE}" destId="{8419D58E-14A7-4440-A72B-B6764AC6E1AE}" srcOrd="0" destOrd="0" presId="urn:microsoft.com/office/officeart/2005/8/layout/cycle2"/>
    <dgm:cxn modelId="{2E5E76D8-3FA0-49A0-8EDF-A6C9D59E2C4A}" type="presOf" srcId="{A41ACF69-1C2C-47AD-87CB-28B3C29456C7}" destId="{65C6893C-1537-411C-BBDF-95D7D534EFFA}" srcOrd="1" destOrd="0" presId="urn:microsoft.com/office/officeart/2005/8/layout/cycle2"/>
    <dgm:cxn modelId="{338994DA-C2FC-43B6-A8AC-16F5B1AA4EA0}" type="presOf" srcId="{49587D5E-B506-475A-B010-DC89ED40C9AF}" destId="{3E356982-164C-4D7E-885B-5FD9D6EC7956}" srcOrd="0" destOrd="0" presId="urn:microsoft.com/office/officeart/2005/8/layout/cycle2"/>
    <dgm:cxn modelId="{FF32D5E0-682E-4A42-BCD7-85606CDE5B36}" type="presOf" srcId="{248B3E72-450F-43A1-A60D-741C18151D15}" destId="{8AE25586-97DD-4CCF-87D8-72FB0C42DF02}" srcOrd="0" destOrd="0" presId="urn:microsoft.com/office/officeart/2005/8/layout/cycle2"/>
    <dgm:cxn modelId="{4A3B58E1-9F56-44EE-AF9B-E923716ED771}" srcId="{6FC06C18-C8D6-4298-A750-11FD927BF0BF}" destId="{321577C0-13C8-40E9-90CD-CB660AD9C69E}" srcOrd="4" destOrd="0" parTransId="{663410D4-8915-4FEE-B43D-778954D9C1DF}" sibTransId="{D841C5DB-C7FB-4AF0-BB37-9FDCEC4D7300}"/>
    <dgm:cxn modelId="{573DD3EA-400A-4A5B-B404-9A557F6C2851}" srcId="{6FC06C18-C8D6-4298-A750-11FD927BF0BF}" destId="{47637956-C21F-42F6-9F64-7DFEC3FAFE44}" srcOrd="0" destOrd="0" parTransId="{EE29B899-C2D3-4ECE-B9F9-6F7DC1FE4405}" sibTransId="{49587D5E-B506-475A-B010-DC89ED40C9AF}"/>
    <dgm:cxn modelId="{4F1582FB-2747-4374-9695-E10DA7616F02}" srcId="{6FC06C18-C8D6-4298-A750-11FD927BF0BF}" destId="{8B2E29E5-DF52-4769-A1E4-286F9EE434A0}" srcOrd="5" destOrd="0" parTransId="{01D6AF08-B884-4F9F-8924-E09B45121E64}" sibTransId="{D2F788BD-21F5-46CE-9417-2B90A94012FE}"/>
    <dgm:cxn modelId="{6AEF9E76-6230-4663-BCDC-2B42D11053B9}" type="presParOf" srcId="{EC395365-7910-4B64-978F-35FCBAA7EBA7}" destId="{724B25FE-B459-401C-B7B2-693790578135}" srcOrd="0" destOrd="0" presId="urn:microsoft.com/office/officeart/2005/8/layout/cycle2"/>
    <dgm:cxn modelId="{A26D7EB4-0B3D-4067-9712-1A48DAA97E64}" type="presParOf" srcId="{EC395365-7910-4B64-978F-35FCBAA7EBA7}" destId="{3E356982-164C-4D7E-885B-5FD9D6EC7956}" srcOrd="1" destOrd="0" presId="urn:microsoft.com/office/officeart/2005/8/layout/cycle2"/>
    <dgm:cxn modelId="{7BF4D7DB-25A2-4E0C-B9E6-828646C10BA6}" type="presParOf" srcId="{3E356982-164C-4D7E-885B-5FD9D6EC7956}" destId="{F30D8B0C-F034-4C94-90DD-1C955C7B7C31}" srcOrd="0" destOrd="0" presId="urn:microsoft.com/office/officeart/2005/8/layout/cycle2"/>
    <dgm:cxn modelId="{628621DA-CE2D-49A3-8167-339358B3AC39}" type="presParOf" srcId="{EC395365-7910-4B64-978F-35FCBAA7EBA7}" destId="{A9730BB3-5A4C-49DE-B85A-ABCCE32FC2C6}" srcOrd="2" destOrd="0" presId="urn:microsoft.com/office/officeart/2005/8/layout/cycle2"/>
    <dgm:cxn modelId="{305D207B-A5DA-4CF8-BC6C-FE0BEF689C11}" type="presParOf" srcId="{EC395365-7910-4B64-978F-35FCBAA7EBA7}" destId="{4237B70C-57A8-4FE7-83AA-22C64E0AC84C}" srcOrd="3" destOrd="0" presId="urn:microsoft.com/office/officeart/2005/8/layout/cycle2"/>
    <dgm:cxn modelId="{C0D91C79-5366-48F0-B103-F5DB45AC170C}" type="presParOf" srcId="{4237B70C-57A8-4FE7-83AA-22C64E0AC84C}" destId="{A285F4BB-E07E-410F-A19D-9B6A975B0935}" srcOrd="0" destOrd="0" presId="urn:microsoft.com/office/officeart/2005/8/layout/cycle2"/>
    <dgm:cxn modelId="{27509859-8F4D-4DF1-8CEA-E5B2EC97DC8F}" type="presParOf" srcId="{EC395365-7910-4B64-978F-35FCBAA7EBA7}" destId="{77DA1054-F86B-4DED-980E-FB2EF420C0DE}" srcOrd="4" destOrd="0" presId="urn:microsoft.com/office/officeart/2005/8/layout/cycle2"/>
    <dgm:cxn modelId="{A4455CDA-0368-473F-B302-0CADA0F48681}" type="presParOf" srcId="{EC395365-7910-4B64-978F-35FCBAA7EBA7}" destId="{D81B1515-F5AE-4395-B19D-B4B2AD2E67A3}" srcOrd="5" destOrd="0" presId="urn:microsoft.com/office/officeart/2005/8/layout/cycle2"/>
    <dgm:cxn modelId="{C8CF158B-88E4-4CE0-A05C-AB23FD6ECE61}" type="presParOf" srcId="{D81B1515-F5AE-4395-B19D-B4B2AD2E67A3}" destId="{65C6893C-1537-411C-BBDF-95D7D534EFFA}" srcOrd="0" destOrd="0" presId="urn:microsoft.com/office/officeart/2005/8/layout/cycle2"/>
    <dgm:cxn modelId="{4461F10D-24F6-4E09-8C30-5B7E8C75C92B}" type="presParOf" srcId="{EC395365-7910-4B64-978F-35FCBAA7EBA7}" destId="{5E9E23A4-E044-4B78-9616-4CEAFA101A6C}" srcOrd="6" destOrd="0" presId="urn:microsoft.com/office/officeart/2005/8/layout/cycle2"/>
    <dgm:cxn modelId="{1927991C-AF3F-4C01-9616-BE1980A50F87}" type="presParOf" srcId="{EC395365-7910-4B64-978F-35FCBAA7EBA7}" destId="{8AE25586-97DD-4CCF-87D8-72FB0C42DF02}" srcOrd="7" destOrd="0" presId="urn:microsoft.com/office/officeart/2005/8/layout/cycle2"/>
    <dgm:cxn modelId="{6F4B0974-E03D-4358-BDD7-85B16D3091E3}" type="presParOf" srcId="{8AE25586-97DD-4CCF-87D8-72FB0C42DF02}" destId="{8B1146BB-D429-4367-A768-C15302A23B91}" srcOrd="0" destOrd="0" presId="urn:microsoft.com/office/officeart/2005/8/layout/cycle2"/>
    <dgm:cxn modelId="{273F96B9-D781-4603-BBF0-4A687100B3BD}" type="presParOf" srcId="{EC395365-7910-4B64-978F-35FCBAA7EBA7}" destId="{835EAE54-BC6D-403F-B6B6-D25B86DE9236}" srcOrd="8" destOrd="0" presId="urn:microsoft.com/office/officeart/2005/8/layout/cycle2"/>
    <dgm:cxn modelId="{696E775A-0831-4380-93EE-C6836BD089CC}" type="presParOf" srcId="{EC395365-7910-4B64-978F-35FCBAA7EBA7}" destId="{EF264455-C463-4EB9-A5F6-436FC0961EE9}" srcOrd="9" destOrd="0" presId="urn:microsoft.com/office/officeart/2005/8/layout/cycle2"/>
    <dgm:cxn modelId="{539C22F7-D22B-4873-B901-5C0607933C92}" type="presParOf" srcId="{EF264455-C463-4EB9-A5F6-436FC0961EE9}" destId="{BBB2CEC9-4EAC-45B7-9F4A-45B30A15FC68}" srcOrd="0" destOrd="0" presId="urn:microsoft.com/office/officeart/2005/8/layout/cycle2"/>
    <dgm:cxn modelId="{B7F7A435-60D6-44E0-A87C-9126C0FC10AE}" type="presParOf" srcId="{EC395365-7910-4B64-978F-35FCBAA7EBA7}" destId="{53F920A0-0BB4-4A6D-8C75-AA2589408E0E}" srcOrd="10" destOrd="0" presId="urn:microsoft.com/office/officeart/2005/8/layout/cycle2"/>
    <dgm:cxn modelId="{159305F2-952D-4127-AC64-F442B2CA333A}" type="presParOf" srcId="{EC395365-7910-4B64-978F-35FCBAA7EBA7}" destId="{8419D58E-14A7-4440-A72B-B6764AC6E1AE}" srcOrd="11" destOrd="0" presId="urn:microsoft.com/office/officeart/2005/8/layout/cycle2"/>
    <dgm:cxn modelId="{1FDCDA91-02E8-4D2F-AA35-892F40B3CA53}" type="presParOf" srcId="{8419D58E-14A7-4440-A72B-B6764AC6E1AE}" destId="{3A788AD0-EDF5-483F-81BC-2B90460B1B2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8C79BF2-760E-499C-ABDB-98D0A53A3A3E}" type="doc">
      <dgm:prSet loTypeId="urn:microsoft.com/office/officeart/2005/8/layout/chevron2" loCatId="process" qsTypeId="urn:microsoft.com/office/officeart/2005/8/quickstyle/3d2" qsCatId="3D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ED6D98FB-A76B-48B5-970C-F371EDC69D64}">
      <dgm:prSet phldrT="[Texte]"/>
      <dgm:spPr/>
      <dgm:t>
        <a:bodyPr/>
        <a:lstStyle/>
        <a:p>
          <a:r>
            <a:rPr lang="en-US" dirty="0" err="1"/>
            <a:t>Mothodologie</a:t>
          </a:r>
          <a:r>
            <a:rPr lang="en-US" dirty="0"/>
            <a:t> </a:t>
          </a:r>
        </a:p>
      </dgm:t>
    </dgm:pt>
    <dgm:pt modelId="{8C1B92A6-AC5F-4609-AE1B-DB37648BA0B2}" type="sibTrans" cxnId="{C26E62F3-200B-45AC-830D-9817106BA163}">
      <dgm:prSet/>
      <dgm:spPr/>
      <dgm:t>
        <a:bodyPr/>
        <a:lstStyle/>
        <a:p>
          <a:endParaRPr lang="en-US"/>
        </a:p>
      </dgm:t>
    </dgm:pt>
    <dgm:pt modelId="{25942A00-F752-4DCA-8846-AB5755C1972B}" type="parTrans" cxnId="{C26E62F3-200B-45AC-830D-9817106BA163}">
      <dgm:prSet/>
      <dgm:spPr/>
      <dgm:t>
        <a:bodyPr/>
        <a:lstStyle/>
        <a:p>
          <a:endParaRPr lang="en-US"/>
        </a:p>
      </dgm:t>
    </dgm:pt>
    <dgm:pt modelId="{3C060CC0-E4C3-449E-9A53-63135383F637}">
      <dgm:prSet/>
      <dgm:spPr/>
      <dgm:t>
        <a:bodyPr/>
        <a:lstStyle/>
        <a:p>
          <a:r>
            <a:rPr lang="en-US" dirty="0" err="1"/>
            <a:t>Approche</a:t>
          </a:r>
          <a:r>
            <a:rPr lang="en-US" dirty="0"/>
            <a:t> </a:t>
          </a:r>
          <a:r>
            <a:rPr lang="en-US" dirty="0" err="1"/>
            <a:t>itérative</a:t>
          </a:r>
          <a:r>
            <a:rPr lang="en-US" dirty="0"/>
            <a:t> et progressive</a:t>
          </a:r>
        </a:p>
      </dgm:t>
    </dgm:pt>
    <dgm:pt modelId="{E73E8E74-1FED-4BB1-9CDA-86DC64E68A72}" type="parTrans" cxnId="{B0D6A2C2-6F22-4524-B574-7EB4DF4EFC68}">
      <dgm:prSet/>
      <dgm:spPr/>
      <dgm:t>
        <a:bodyPr/>
        <a:lstStyle/>
        <a:p>
          <a:endParaRPr lang="en-US"/>
        </a:p>
      </dgm:t>
    </dgm:pt>
    <dgm:pt modelId="{7378B2FC-CD72-40C1-BDD7-F304AF70D547}" type="sibTrans" cxnId="{B0D6A2C2-6F22-4524-B574-7EB4DF4EFC68}">
      <dgm:prSet/>
      <dgm:spPr/>
      <dgm:t>
        <a:bodyPr/>
        <a:lstStyle/>
        <a:p>
          <a:endParaRPr lang="en-US"/>
        </a:p>
      </dgm:t>
    </dgm:pt>
    <dgm:pt modelId="{77ED320E-4840-441C-A952-271519150065}" type="pres">
      <dgm:prSet presAssocID="{38C79BF2-760E-499C-ABDB-98D0A53A3A3E}" presName="linearFlow" presStyleCnt="0">
        <dgm:presLayoutVars>
          <dgm:dir/>
          <dgm:animLvl val="lvl"/>
          <dgm:resizeHandles val="exact"/>
        </dgm:presLayoutVars>
      </dgm:prSet>
      <dgm:spPr/>
    </dgm:pt>
    <dgm:pt modelId="{7EEFDBF9-76D5-464F-8B48-CCD03CF17D9E}" type="pres">
      <dgm:prSet presAssocID="{ED6D98FB-A76B-48B5-970C-F371EDC69D64}" presName="composite" presStyleCnt="0"/>
      <dgm:spPr/>
    </dgm:pt>
    <dgm:pt modelId="{F616463C-3886-4E99-BFC5-94525C7B1E88}" type="pres">
      <dgm:prSet presAssocID="{ED6D98FB-A76B-48B5-970C-F371EDC69D64}" presName="parentText" presStyleLbl="alignNode1" presStyleIdx="0" presStyleCnt="1" custLinFactNeighborX="0" custLinFactNeighborY="0">
        <dgm:presLayoutVars>
          <dgm:chMax val="1"/>
          <dgm:bulletEnabled val="1"/>
        </dgm:presLayoutVars>
      </dgm:prSet>
      <dgm:spPr/>
    </dgm:pt>
    <dgm:pt modelId="{CC48AFC6-6DD7-403B-B7B0-DEE9467CF619}" type="pres">
      <dgm:prSet presAssocID="{ED6D98FB-A76B-48B5-970C-F371EDC69D64}" presName="descendantText" presStyleLbl="alignAcc1" presStyleIdx="0" presStyleCnt="1" custLinFactNeighborX="169" custLinFactNeighborY="0">
        <dgm:presLayoutVars>
          <dgm:bulletEnabled val="1"/>
        </dgm:presLayoutVars>
      </dgm:prSet>
      <dgm:spPr/>
    </dgm:pt>
  </dgm:ptLst>
  <dgm:cxnLst>
    <dgm:cxn modelId="{89D0211D-DFBD-4346-A186-2A611B248DF6}" type="presOf" srcId="{3C060CC0-E4C3-449E-9A53-63135383F637}" destId="{CC48AFC6-6DD7-403B-B7B0-DEE9467CF619}" srcOrd="0" destOrd="0" presId="urn:microsoft.com/office/officeart/2005/8/layout/chevron2"/>
    <dgm:cxn modelId="{B86C5390-2303-43BC-9DF2-0BF172ADEFAD}" type="presOf" srcId="{ED6D98FB-A76B-48B5-970C-F371EDC69D64}" destId="{F616463C-3886-4E99-BFC5-94525C7B1E88}" srcOrd="0" destOrd="0" presId="urn:microsoft.com/office/officeart/2005/8/layout/chevron2"/>
    <dgm:cxn modelId="{ABF654A4-D046-4E65-AC70-27D9297042B6}" type="presOf" srcId="{38C79BF2-760E-499C-ABDB-98D0A53A3A3E}" destId="{77ED320E-4840-441C-A952-271519150065}" srcOrd="0" destOrd="0" presId="urn:microsoft.com/office/officeart/2005/8/layout/chevron2"/>
    <dgm:cxn modelId="{B0D6A2C2-6F22-4524-B574-7EB4DF4EFC68}" srcId="{ED6D98FB-A76B-48B5-970C-F371EDC69D64}" destId="{3C060CC0-E4C3-449E-9A53-63135383F637}" srcOrd="0" destOrd="0" parTransId="{E73E8E74-1FED-4BB1-9CDA-86DC64E68A72}" sibTransId="{7378B2FC-CD72-40C1-BDD7-F304AF70D547}"/>
    <dgm:cxn modelId="{C26E62F3-200B-45AC-830D-9817106BA163}" srcId="{38C79BF2-760E-499C-ABDB-98D0A53A3A3E}" destId="{ED6D98FB-A76B-48B5-970C-F371EDC69D64}" srcOrd="0" destOrd="0" parTransId="{25942A00-F752-4DCA-8846-AB5755C1972B}" sibTransId="{8C1B92A6-AC5F-4609-AE1B-DB37648BA0B2}"/>
    <dgm:cxn modelId="{7FA0AA87-D6A4-491C-BEC8-872A28D4C419}" type="presParOf" srcId="{77ED320E-4840-441C-A952-271519150065}" destId="{7EEFDBF9-76D5-464F-8B48-CCD03CF17D9E}" srcOrd="0" destOrd="0" presId="urn:microsoft.com/office/officeart/2005/8/layout/chevron2"/>
    <dgm:cxn modelId="{58CC69BB-2246-4CE4-963F-8A0E818BAC90}" type="presParOf" srcId="{7EEFDBF9-76D5-464F-8B48-CCD03CF17D9E}" destId="{F616463C-3886-4E99-BFC5-94525C7B1E88}" srcOrd="0" destOrd="0" presId="urn:microsoft.com/office/officeart/2005/8/layout/chevron2"/>
    <dgm:cxn modelId="{0903F664-D8C4-4786-8C3B-2DF09C2C99DD}" type="presParOf" srcId="{7EEFDBF9-76D5-464F-8B48-CCD03CF17D9E}" destId="{CC48AFC6-6DD7-403B-B7B0-DEE9467CF6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7EBF7CC-3B53-4E19-A4FD-D2D50F699F7A}" type="doc">
      <dgm:prSet loTypeId="urn:microsoft.com/office/officeart/2008/layout/HalfCircleOrganizationChart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E6DCB0-55ED-4496-A3DC-43971E70DC5C}">
      <dgm:prSet phldrT="[Texte]"/>
      <dgm:spPr/>
      <dgm:t>
        <a:bodyPr/>
        <a:lstStyle/>
        <a:p>
          <a:r>
            <a:rPr lang="en-US" b="1" dirty="0">
              <a:latin typeface="Californian FB" panose="0207040306080B030204" pitchFamily="18" charset="0"/>
            </a:rPr>
            <a:t>Types </a:t>
          </a:r>
          <a:r>
            <a:rPr lang="en-US" b="1" dirty="0" err="1">
              <a:latin typeface="Californian FB" panose="0207040306080B030204" pitchFamily="18" charset="0"/>
            </a:rPr>
            <a:t>d’utilisateurs</a:t>
          </a:r>
          <a:endParaRPr lang="en-US" b="1" dirty="0">
            <a:latin typeface="Californian FB" panose="0207040306080B030204" pitchFamily="18" charset="0"/>
          </a:endParaRPr>
        </a:p>
      </dgm:t>
    </dgm:pt>
    <dgm:pt modelId="{C51CF7B1-F425-46D1-B297-BEE7B661BD3E}" type="parTrans" cxnId="{3E0C994F-F9F9-4190-83F7-DA4AB41F7D73}">
      <dgm:prSet/>
      <dgm:spPr/>
      <dgm:t>
        <a:bodyPr/>
        <a:lstStyle/>
        <a:p>
          <a:endParaRPr lang="en-US"/>
        </a:p>
      </dgm:t>
    </dgm:pt>
    <dgm:pt modelId="{AE0E1E22-D1E4-4273-861B-B19850908117}" type="sibTrans" cxnId="{3E0C994F-F9F9-4190-83F7-DA4AB41F7D73}">
      <dgm:prSet/>
      <dgm:spPr/>
      <dgm:t>
        <a:bodyPr/>
        <a:lstStyle/>
        <a:p>
          <a:endParaRPr lang="en-US"/>
        </a:p>
      </dgm:t>
    </dgm:pt>
    <dgm:pt modelId="{B9121807-2D7D-42F2-9E54-53E563A67BB7}">
      <dgm:prSet phldrT="[Texte]"/>
      <dgm:spPr/>
      <dgm:t>
        <a:bodyPr/>
        <a:lstStyle/>
        <a:p>
          <a:r>
            <a:rPr lang="en-US" b="1" dirty="0">
              <a:latin typeface="Californian FB" panose="0207040306080B030204" pitchFamily="18" charset="0"/>
            </a:rPr>
            <a:t>Admin </a:t>
          </a:r>
        </a:p>
      </dgm:t>
    </dgm:pt>
    <dgm:pt modelId="{16BD0B00-1958-4141-9E14-E27F74BA2AEC}" type="parTrans" cxnId="{F9DB3EFE-23A0-40C3-B4CB-0B43E55F3C02}">
      <dgm:prSet/>
      <dgm:spPr/>
      <dgm:t>
        <a:bodyPr/>
        <a:lstStyle/>
        <a:p>
          <a:endParaRPr lang="en-US" b="1">
            <a:latin typeface="Californian FB" panose="0207040306080B030204" pitchFamily="18" charset="0"/>
          </a:endParaRPr>
        </a:p>
      </dgm:t>
    </dgm:pt>
    <dgm:pt modelId="{EE764F16-3BE1-40BC-9AB2-CC3AFB97B800}" type="sibTrans" cxnId="{F9DB3EFE-23A0-40C3-B4CB-0B43E55F3C02}">
      <dgm:prSet/>
      <dgm:spPr/>
      <dgm:t>
        <a:bodyPr/>
        <a:lstStyle/>
        <a:p>
          <a:endParaRPr lang="en-US"/>
        </a:p>
      </dgm:t>
    </dgm:pt>
    <dgm:pt modelId="{8559753F-0FDA-4734-AEA8-73E52C2CEB28}">
      <dgm:prSet phldrT="[Texte]"/>
      <dgm:spPr/>
      <dgm:t>
        <a:bodyPr/>
        <a:lstStyle/>
        <a:p>
          <a:r>
            <a:rPr lang="en-US" b="1" dirty="0" err="1">
              <a:latin typeface="Californian FB" panose="0207040306080B030204" pitchFamily="18" charset="0"/>
            </a:rPr>
            <a:t>comptable</a:t>
          </a:r>
          <a:endParaRPr lang="en-US" b="1" dirty="0">
            <a:latin typeface="Californian FB" panose="0207040306080B030204" pitchFamily="18" charset="0"/>
          </a:endParaRPr>
        </a:p>
      </dgm:t>
    </dgm:pt>
    <dgm:pt modelId="{F041DC98-1493-4765-96D6-BF0BD12AC84B}" type="parTrans" cxnId="{40922DDC-938F-43D9-A9F1-75F00DCC00E4}">
      <dgm:prSet/>
      <dgm:spPr/>
      <dgm:t>
        <a:bodyPr/>
        <a:lstStyle/>
        <a:p>
          <a:endParaRPr lang="en-US" b="1">
            <a:latin typeface="Californian FB" panose="0207040306080B030204" pitchFamily="18" charset="0"/>
          </a:endParaRPr>
        </a:p>
      </dgm:t>
    </dgm:pt>
    <dgm:pt modelId="{BDABA4CF-8DC8-49A5-AB79-97801BB20EF1}" type="sibTrans" cxnId="{40922DDC-938F-43D9-A9F1-75F00DCC00E4}">
      <dgm:prSet/>
      <dgm:spPr/>
      <dgm:t>
        <a:bodyPr/>
        <a:lstStyle/>
        <a:p>
          <a:endParaRPr lang="en-US"/>
        </a:p>
      </dgm:t>
    </dgm:pt>
    <dgm:pt modelId="{8580B495-D568-4052-8561-B11D3A2A2494}">
      <dgm:prSet phldrT="[Texte]"/>
      <dgm:spPr/>
      <dgm:t>
        <a:bodyPr/>
        <a:lstStyle/>
        <a:p>
          <a:r>
            <a:rPr lang="en-US" b="1" dirty="0" err="1">
              <a:latin typeface="Californian FB" panose="0207040306080B030204" pitchFamily="18" charset="0"/>
            </a:rPr>
            <a:t>Auditeur</a:t>
          </a:r>
          <a:endParaRPr lang="en-US" b="1" dirty="0">
            <a:latin typeface="Californian FB" panose="0207040306080B030204" pitchFamily="18" charset="0"/>
          </a:endParaRPr>
        </a:p>
      </dgm:t>
    </dgm:pt>
    <dgm:pt modelId="{CB91EC28-509C-449D-9C78-A3DCB5093FAF}" type="parTrans" cxnId="{0A3C21A1-E521-4FA9-8AB2-67316357B488}">
      <dgm:prSet/>
      <dgm:spPr/>
      <dgm:t>
        <a:bodyPr/>
        <a:lstStyle/>
        <a:p>
          <a:endParaRPr lang="en-US" b="1">
            <a:latin typeface="Californian FB" panose="0207040306080B030204" pitchFamily="18" charset="0"/>
          </a:endParaRPr>
        </a:p>
      </dgm:t>
    </dgm:pt>
    <dgm:pt modelId="{56B7460D-B8CF-401A-AF3C-AD2AA1970CEB}" type="sibTrans" cxnId="{0A3C21A1-E521-4FA9-8AB2-67316357B488}">
      <dgm:prSet/>
      <dgm:spPr/>
      <dgm:t>
        <a:bodyPr/>
        <a:lstStyle/>
        <a:p>
          <a:endParaRPr lang="en-US"/>
        </a:p>
      </dgm:t>
    </dgm:pt>
    <dgm:pt modelId="{D158EB2B-212A-401D-8F7B-A8E8609E35EC}">
      <dgm:prSet phldrT="[Texte]"/>
      <dgm:spPr/>
      <dgm:t>
        <a:bodyPr/>
        <a:lstStyle/>
        <a:p>
          <a:r>
            <a:rPr lang="en-US" b="1" dirty="0">
              <a:latin typeface="Californian FB" panose="0207040306080B030204" pitchFamily="18" charset="0"/>
            </a:rPr>
            <a:t>client</a:t>
          </a:r>
        </a:p>
      </dgm:t>
    </dgm:pt>
    <dgm:pt modelId="{4AD96995-C596-424E-8438-3DB728D61471}" type="parTrans" cxnId="{C9F4D6F5-9AD5-4C53-9C66-79D90EE862B3}">
      <dgm:prSet/>
      <dgm:spPr/>
      <dgm:t>
        <a:bodyPr/>
        <a:lstStyle/>
        <a:p>
          <a:endParaRPr lang="en-US" b="1">
            <a:latin typeface="Californian FB" panose="0207040306080B030204" pitchFamily="18" charset="0"/>
          </a:endParaRPr>
        </a:p>
      </dgm:t>
    </dgm:pt>
    <dgm:pt modelId="{1D579318-4DE8-40EF-B3EE-59A87FEF626B}" type="sibTrans" cxnId="{C9F4D6F5-9AD5-4C53-9C66-79D90EE862B3}">
      <dgm:prSet/>
      <dgm:spPr/>
      <dgm:t>
        <a:bodyPr/>
        <a:lstStyle/>
        <a:p>
          <a:endParaRPr lang="en-US"/>
        </a:p>
      </dgm:t>
    </dgm:pt>
    <dgm:pt modelId="{C7A9FA7F-E229-4BBA-9948-9D35F0532628}" type="pres">
      <dgm:prSet presAssocID="{37EBF7CC-3B53-4E19-A4FD-D2D50F699F7A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F07D9D0-8305-4172-91EB-B5080F031933}" type="pres">
      <dgm:prSet presAssocID="{8FE6DCB0-55ED-4496-A3DC-43971E70DC5C}" presName="hierRoot1" presStyleCnt="0">
        <dgm:presLayoutVars>
          <dgm:hierBranch val="init"/>
        </dgm:presLayoutVars>
      </dgm:prSet>
      <dgm:spPr/>
    </dgm:pt>
    <dgm:pt modelId="{9FEE19CC-30F3-4152-AA3F-4EEF9513D56B}" type="pres">
      <dgm:prSet presAssocID="{8FE6DCB0-55ED-4496-A3DC-43971E70DC5C}" presName="rootComposite1" presStyleCnt="0"/>
      <dgm:spPr/>
    </dgm:pt>
    <dgm:pt modelId="{669D081B-69EA-4AFD-9CB6-6EA4482F9764}" type="pres">
      <dgm:prSet presAssocID="{8FE6DCB0-55ED-4496-A3DC-43971E70DC5C}" presName="rootText1" presStyleLbl="alignAcc1" presStyleIdx="0" presStyleCnt="0">
        <dgm:presLayoutVars>
          <dgm:chPref val="3"/>
        </dgm:presLayoutVars>
      </dgm:prSet>
      <dgm:spPr/>
    </dgm:pt>
    <dgm:pt modelId="{E8A19243-4EC9-4784-A112-F7BDFB1D765F}" type="pres">
      <dgm:prSet presAssocID="{8FE6DCB0-55ED-4496-A3DC-43971E70DC5C}" presName="topArc1" presStyleLbl="parChTrans1D1" presStyleIdx="0" presStyleCnt="10"/>
      <dgm:spPr/>
    </dgm:pt>
    <dgm:pt modelId="{35D98733-A2AF-457D-A434-6ECD19161202}" type="pres">
      <dgm:prSet presAssocID="{8FE6DCB0-55ED-4496-A3DC-43971E70DC5C}" presName="bottomArc1" presStyleLbl="parChTrans1D1" presStyleIdx="1" presStyleCnt="10"/>
      <dgm:spPr/>
    </dgm:pt>
    <dgm:pt modelId="{8D0A593C-638C-44D2-9DBE-1B71E9F7DA7A}" type="pres">
      <dgm:prSet presAssocID="{8FE6DCB0-55ED-4496-A3DC-43971E70DC5C}" presName="topConnNode1" presStyleLbl="node1" presStyleIdx="0" presStyleCnt="0"/>
      <dgm:spPr/>
    </dgm:pt>
    <dgm:pt modelId="{0732AE97-03B6-448A-A1B5-D20C2560521F}" type="pres">
      <dgm:prSet presAssocID="{8FE6DCB0-55ED-4496-A3DC-43971E70DC5C}" presName="hierChild2" presStyleCnt="0"/>
      <dgm:spPr/>
    </dgm:pt>
    <dgm:pt modelId="{ABC08C3C-C79F-49EF-8FB9-6F35DE21AD19}" type="pres">
      <dgm:prSet presAssocID="{16BD0B00-1958-4141-9E14-E27F74BA2AEC}" presName="Name28" presStyleLbl="parChTrans1D2" presStyleIdx="0" presStyleCnt="4"/>
      <dgm:spPr/>
    </dgm:pt>
    <dgm:pt modelId="{51FAD7CC-FDFD-4FC7-8544-ED050E4382FD}" type="pres">
      <dgm:prSet presAssocID="{B9121807-2D7D-42F2-9E54-53E563A67BB7}" presName="hierRoot2" presStyleCnt="0">
        <dgm:presLayoutVars>
          <dgm:hierBranch val="init"/>
        </dgm:presLayoutVars>
      </dgm:prSet>
      <dgm:spPr/>
    </dgm:pt>
    <dgm:pt modelId="{E2630842-A2C6-4B33-955E-FFF3AB7CBE17}" type="pres">
      <dgm:prSet presAssocID="{B9121807-2D7D-42F2-9E54-53E563A67BB7}" presName="rootComposite2" presStyleCnt="0"/>
      <dgm:spPr/>
    </dgm:pt>
    <dgm:pt modelId="{7D41AC4B-04B0-4852-9247-220A19AC3EB4}" type="pres">
      <dgm:prSet presAssocID="{B9121807-2D7D-42F2-9E54-53E563A67BB7}" presName="rootText2" presStyleLbl="alignAcc1" presStyleIdx="0" presStyleCnt="0">
        <dgm:presLayoutVars>
          <dgm:chPref val="3"/>
        </dgm:presLayoutVars>
      </dgm:prSet>
      <dgm:spPr/>
    </dgm:pt>
    <dgm:pt modelId="{2DB45F9F-DBF4-4315-B7D8-4028D1197377}" type="pres">
      <dgm:prSet presAssocID="{B9121807-2D7D-42F2-9E54-53E563A67BB7}" presName="topArc2" presStyleLbl="parChTrans1D1" presStyleIdx="2" presStyleCnt="10"/>
      <dgm:spPr/>
    </dgm:pt>
    <dgm:pt modelId="{57CCA4FD-DB57-4D9D-A84A-2A4C58FE05E7}" type="pres">
      <dgm:prSet presAssocID="{B9121807-2D7D-42F2-9E54-53E563A67BB7}" presName="bottomArc2" presStyleLbl="parChTrans1D1" presStyleIdx="3" presStyleCnt="10"/>
      <dgm:spPr/>
    </dgm:pt>
    <dgm:pt modelId="{D476FBDE-F650-4FA1-AA4A-C0128CA4F41C}" type="pres">
      <dgm:prSet presAssocID="{B9121807-2D7D-42F2-9E54-53E563A67BB7}" presName="topConnNode2" presStyleLbl="node2" presStyleIdx="0" presStyleCnt="0"/>
      <dgm:spPr/>
    </dgm:pt>
    <dgm:pt modelId="{68837758-4D98-406C-924B-AB34BADEAD9E}" type="pres">
      <dgm:prSet presAssocID="{B9121807-2D7D-42F2-9E54-53E563A67BB7}" presName="hierChild4" presStyleCnt="0"/>
      <dgm:spPr/>
    </dgm:pt>
    <dgm:pt modelId="{96195C8F-7F73-4621-A113-363D2632C526}" type="pres">
      <dgm:prSet presAssocID="{B9121807-2D7D-42F2-9E54-53E563A67BB7}" presName="hierChild5" presStyleCnt="0"/>
      <dgm:spPr/>
    </dgm:pt>
    <dgm:pt modelId="{18C7B76F-92D7-4993-B480-55A87B140AEF}" type="pres">
      <dgm:prSet presAssocID="{F041DC98-1493-4765-96D6-BF0BD12AC84B}" presName="Name28" presStyleLbl="parChTrans1D2" presStyleIdx="1" presStyleCnt="4"/>
      <dgm:spPr/>
    </dgm:pt>
    <dgm:pt modelId="{EA5DD137-8F33-449A-9F61-14813ACE9ACE}" type="pres">
      <dgm:prSet presAssocID="{8559753F-0FDA-4734-AEA8-73E52C2CEB28}" presName="hierRoot2" presStyleCnt="0">
        <dgm:presLayoutVars>
          <dgm:hierBranch val="init"/>
        </dgm:presLayoutVars>
      </dgm:prSet>
      <dgm:spPr/>
    </dgm:pt>
    <dgm:pt modelId="{04731FE0-012E-4EC4-83DC-22B906385A70}" type="pres">
      <dgm:prSet presAssocID="{8559753F-0FDA-4734-AEA8-73E52C2CEB28}" presName="rootComposite2" presStyleCnt="0"/>
      <dgm:spPr/>
    </dgm:pt>
    <dgm:pt modelId="{651D678C-A303-4C17-84BA-54FDDAE165E4}" type="pres">
      <dgm:prSet presAssocID="{8559753F-0FDA-4734-AEA8-73E52C2CEB28}" presName="rootText2" presStyleLbl="alignAcc1" presStyleIdx="0" presStyleCnt="0">
        <dgm:presLayoutVars>
          <dgm:chPref val="3"/>
        </dgm:presLayoutVars>
      </dgm:prSet>
      <dgm:spPr/>
    </dgm:pt>
    <dgm:pt modelId="{AE7D013A-D8A1-4740-8EEB-135BE60A64D1}" type="pres">
      <dgm:prSet presAssocID="{8559753F-0FDA-4734-AEA8-73E52C2CEB28}" presName="topArc2" presStyleLbl="parChTrans1D1" presStyleIdx="4" presStyleCnt="10"/>
      <dgm:spPr/>
    </dgm:pt>
    <dgm:pt modelId="{F704F423-2847-4870-97BB-88B6D7D27EAC}" type="pres">
      <dgm:prSet presAssocID="{8559753F-0FDA-4734-AEA8-73E52C2CEB28}" presName="bottomArc2" presStyleLbl="parChTrans1D1" presStyleIdx="5" presStyleCnt="10"/>
      <dgm:spPr/>
    </dgm:pt>
    <dgm:pt modelId="{B41A247D-1916-4ADE-B1E3-4FAF4E454BD8}" type="pres">
      <dgm:prSet presAssocID="{8559753F-0FDA-4734-AEA8-73E52C2CEB28}" presName="topConnNode2" presStyleLbl="node2" presStyleIdx="0" presStyleCnt="0"/>
      <dgm:spPr/>
    </dgm:pt>
    <dgm:pt modelId="{BB2E7E98-4DF6-4E55-9D74-64047C352A81}" type="pres">
      <dgm:prSet presAssocID="{8559753F-0FDA-4734-AEA8-73E52C2CEB28}" presName="hierChild4" presStyleCnt="0"/>
      <dgm:spPr/>
    </dgm:pt>
    <dgm:pt modelId="{1DEEB206-90A4-4DFF-83F7-C46E52FF38E4}" type="pres">
      <dgm:prSet presAssocID="{8559753F-0FDA-4734-AEA8-73E52C2CEB28}" presName="hierChild5" presStyleCnt="0"/>
      <dgm:spPr/>
    </dgm:pt>
    <dgm:pt modelId="{9F6170F8-4907-4033-9D60-2137DEFA71CA}" type="pres">
      <dgm:prSet presAssocID="{CB91EC28-509C-449D-9C78-A3DCB5093FAF}" presName="Name28" presStyleLbl="parChTrans1D2" presStyleIdx="2" presStyleCnt="4"/>
      <dgm:spPr/>
    </dgm:pt>
    <dgm:pt modelId="{958747C4-5FAA-4BF2-9564-3780CCC56C4C}" type="pres">
      <dgm:prSet presAssocID="{8580B495-D568-4052-8561-B11D3A2A2494}" presName="hierRoot2" presStyleCnt="0">
        <dgm:presLayoutVars>
          <dgm:hierBranch val="init"/>
        </dgm:presLayoutVars>
      </dgm:prSet>
      <dgm:spPr/>
    </dgm:pt>
    <dgm:pt modelId="{0860EA6D-C438-4DAA-AE3F-E372CA1A5C05}" type="pres">
      <dgm:prSet presAssocID="{8580B495-D568-4052-8561-B11D3A2A2494}" presName="rootComposite2" presStyleCnt="0"/>
      <dgm:spPr/>
    </dgm:pt>
    <dgm:pt modelId="{F50A2AF9-2D8A-4365-B572-6C6517981FF6}" type="pres">
      <dgm:prSet presAssocID="{8580B495-D568-4052-8561-B11D3A2A2494}" presName="rootText2" presStyleLbl="alignAcc1" presStyleIdx="0" presStyleCnt="0">
        <dgm:presLayoutVars>
          <dgm:chPref val="3"/>
        </dgm:presLayoutVars>
      </dgm:prSet>
      <dgm:spPr/>
    </dgm:pt>
    <dgm:pt modelId="{2C10C6B8-7353-4AB7-BC7E-B6CA918B5F97}" type="pres">
      <dgm:prSet presAssocID="{8580B495-D568-4052-8561-B11D3A2A2494}" presName="topArc2" presStyleLbl="parChTrans1D1" presStyleIdx="6" presStyleCnt="10"/>
      <dgm:spPr/>
    </dgm:pt>
    <dgm:pt modelId="{FEF5E26D-454D-4B21-85B8-5DD106DC4E07}" type="pres">
      <dgm:prSet presAssocID="{8580B495-D568-4052-8561-B11D3A2A2494}" presName="bottomArc2" presStyleLbl="parChTrans1D1" presStyleIdx="7" presStyleCnt="10"/>
      <dgm:spPr/>
    </dgm:pt>
    <dgm:pt modelId="{BECA5702-D640-4B26-80D2-9DF54B8EC4E6}" type="pres">
      <dgm:prSet presAssocID="{8580B495-D568-4052-8561-B11D3A2A2494}" presName="topConnNode2" presStyleLbl="node2" presStyleIdx="0" presStyleCnt="0"/>
      <dgm:spPr/>
    </dgm:pt>
    <dgm:pt modelId="{23440B2C-8980-4A8A-8DB6-252753184D0D}" type="pres">
      <dgm:prSet presAssocID="{8580B495-D568-4052-8561-B11D3A2A2494}" presName="hierChild4" presStyleCnt="0"/>
      <dgm:spPr/>
    </dgm:pt>
    <dgm:pt modelId="{BBA89F26-95EA-4CA5-A566-CA7770449C89}" type="pres">
      <dgm:prSet presAssocID="{8580B495-D568-4052-8561-B11D3A2A2494}" presName="hierChild5" presStyleCnt="0"/>
      <dgm:spPr/>
    </dgm:pt>
    <dgm:pt modelId="{F51141FA-2DA6-42AF-9369-ED5252D4784A}" type="pres">
      <dgm:prSet presAssocID="{4AD96995-C596-424E-8438-3DB728D61471}" presName="Name28" presStyleLbl="parChTrans1D2" presStyleIdx="3" presStyleCnt="4"/>
      <dgm:spPr/>
    </dgm:pt>
    <dgm:pt modelId="{DB9A1C96-8A9B-48A7-A47D-053EB0274242}" type="pres">
      <dgm:prSet presAssocID="{D158EB2B-212A-401D-8F7B-A8E8609E35EC}" presName="hierRoot2" presStyleCnt="0">
        <dgm:presLayoutVars>
          <dgm:hierBranch val="init"/>
        </dgm:presLayoutVars>
      </dgm:prSet>
      <dgm:spPr/>
    </dgm:pt>
    <dgm:pt modelId="{2016B62D-26B3-45CE-8B3A-0FABC5F48B4D}" type="pres">
      <dgm:prSet presAssocID="{D158EB2B-212A-401D-8F7B-A8E8609E35EC}" presName="rootComposite2" presStyleCnt="0"/>
      <dgm:spPr/>
    </dgm:pt>
    <dgm:pt modelId="{3F96C918-70D4-47D3-B371-51392BA5908D}" type="pres">
      <dgm:prSet presAssocID="{D158EB2B-212A-401D-8F7B-A8E8609E35EC}" presName="rootText2" presStyleLbl="alignAcc1" presStyleIdx="0" presStyleCnt="0">
        <dgm:presLayoutVars>
          <dgm:chPref val="3"/>
        </dgm:presLayoutVars>
      </dgm:prSet>
      <dgm:spPr/>
    </dgm:pt>
    <dgm:pt modelId="{2E1282B4-6B07-42CD-9B8A-4D48A28F0816}" type="pres">
      <dgm:prSet presAssocID="{D158EB2B-212A-401D-8F7B-A8E8609E35EC}" presName="topArc2" presStyleLbl="parChTrans1D1" presStyleIdx="8" presStyleCnt="10"/>
      <dgm:spPr/>
    </dgm:pt>
    <dgm:pt modelId="{88502551-BF09-4DA1-99F8-D07C23D50123}" type="pres">
      <dgm:prSet presAssocID="{D158EB2B-212A-401D-8F7B-A8E8609E35EC}" presName="bottomArc2" presStyleLbl="parChTrans1D1" presStyleIdx="9" presStyleCnt="10"/>
      <dgm:spPr/>
    </dgm:pt>
    <dgm:pt modelId="{CCFBC540-7061-459E-872E-494F9C310D08}" type="pres">
      <dgm:prSet presAssocID="{D158EB2B-212A-401D-8F7B-A8E8609E35EC}" presName="topConnNode2" presStyleLbl="node2" presStyleIdx="0" presStyleCnt="0"/>
      <dgm:spPr/>
    </dgm:pt>
    <dgm:pt modelId="{01200F85-6A8C-4B2D-962D-C27B752BDF93}" type="pres">
      <dgm:prSet presAssocID="{D158EB2B-212A-401D-8F7B-A8E8609E35EC}" presName="hierChild4" presStyleCnt="0"/>
      <dgm:spPr/>
    </dgm:pt>
    <dgm:pt modelId="{04394BC4-DD1B-47A9-B82A-7EF78AADD89F}" type="pres">
      <dgm:prSet presAssocID="{D158EB2B-212A-401D-8F7B-A8E8609E35EC}" presName="hierChild5" presStyleCnt="0"/>
      <dgm:spPr/>
    </dgm:pt>
    <dgm:pt modelId="{6526A704-F596-4519-BCCD-78274E950411}" type="pres">
      <dgm:prSet presAssocID="{8FE6DCB0-55ED-4496-A3DC-43971E70DC5C}" presName="hierChild3" presStyleCnt="0"/>
      <dgm:spPr/>
    </dgm:pt>
  </dgm:ptLst>
  <dgm:cxnLst>
    <dgm:cxn modelId="{AD9CF208-5786-49CD-B7C1-1800E0E65CC4}" type="presOf" srcId="{8580B495-D568-4052-8561-B11D3A2A2494}" destId="{BECA5702-D640-4B26-80D2-9DF54B8EC4E6}" srcOrd="1" destOrd="0" presId="urn:microsoft.com/office/officeart/2008/layout/HalfCircleOrganizationChart"/>
    <dgm:cxn modelId="{7FA1A00C-87DC-48F6-9FE9-B4B4463D487E}" type="presOf" srcId="{8FE6DCB0-55ED-4496-A3DC-43971E70DC5C}" destId="{8D0A593C-638C-44D2-9DBE-1B71E9F7DA7A}" srcOrd="1" destOrd="0" presId="urn:microsoft.com/office/officeart/2008/layout/HalfCircleOrganizationChart"/>
    <dgm:cxn modelId="{C93A591B-9689-4471-9CB0-7ACDECCCAB18}" type="presOf" srcId="{16BD0B00-1958-4141-9E14-E27F74BA2AEC}" destId="{ABC08C3C-C79F-49EF-8FB9-6F35DE21AD19}" srcOrd="0" destOrd="0" presId="urn:microsoft.com/office/officeart/2008/layout/HalfCircleOrganizationChart"/>
    <dgm:cxn modelId="{74B0602B-BB2B-47D4-AF4F-56D321860034}" type="presOf" srcId="{8FE6DCB0-55ED-4496-A3DC-43971E70DC5C}" destId="{669D081B-69EA-4AFD-9CB6-6EA4482F9764}" srcOrd="0" destOrd="0" presId="urn:microsoft.com/office/officeart/2008/layout/HalfCircleOrganizationChart"/>
    <dgm:cxn modelId="{37476C32-033E-4F99-8197-E1092EDA2316}" type="presOf" srcId="{8559753F-0FDA-4734-AEA8-73E52C2CEB28}" destId="{651D678C-A303-4C17-84BA-54FDDAE165E4}" srcOrd="0" destOrd="0" presId="urn:microsoft.com/office/officeart/2008/layout/HalfCircleOrganizationChart"/>
    <dgm:cxn modelId="{6D385362-3045-433E-A664-2334050B6A27}" type="presOf" srcId="{D158EB2B-212A-401D-8F7B-A8E8609E35EC}" destId="{3F96C918-70D4-47D3-B371-51392BA5908D}" srcOrd="0" destOrd="0" presId="urn:microsoft.com/office/officeart/2008/layout/HalfCircleOrganizationChart"/>
    <dgm:cxn modelId="{E06F5666-9974-4021-9B87-91783C7D661B}" type="presOf" srcId="{B9121807-2D7D-42F2-9E54-53E563A67BB7}" destId="{D476FBDE-F650-4FA1-AA4A-C0128CA4F41C}" srcOrd="1" destOrd="0" presId="urn:microsoft.com/office/officeart/2008/layout/HalfCircleOrganizationChart"/>
    <dgm:cxn modelId="{4C8B9E47-0187-4513-9A6A-CC652D51ADE5}" type="presOf" srcId="{D158EB2B-212A-401D-8F7B-A8E8609E35EC}" destId="{CCFBC540-7061-459E-872E-494F9C310D08}" srcOrd="1" destOrd="0" presId="urn:microsoft.com/office/officeart/2008/layout/HalfCircleOrganizationChart"/>
    <dgm:cxn modelId="{3E0C994F-F9F9-4190-83F7-DA4AB41F7D73}" srcId="{37EBF7CC-3B53-4E19-A4FD-D2D50F699F7A}" destId="{8FE6DCB0-55ED-4496-A3DC-43971E70DC5C}" srcOrd="0" destOrd="0" parTransId="{C51CF7B1-F425-46D1-B297-BEE7B661BD3E}" sibTransId="{AE0E1E22-D1E4-4273-861B-B19850908117}"/>
    <dgm:cxn modelId="{CA2E878B-8A0A-408B-B628-C5F2DA4B2E25}" type="presOf" srcId="{CB91EC28-509C-449D-9C78-A3DCB5093FAF}" destId="{9F6170F8-4907-4033-9D60-2137DEFA71CA}" srcOrd="0" destOrd="0" presId="urn:microsoft.com/office/officeart/2008/layout/HalfCircleOrganizationChart"/>
    <dgm:cxn modelId="{0A3C21A1-E521-4FA9-8AB2-67316357B488}" srcId="{8FE6DCB0-55ED-4496-A3DC-43971E70DC5C}" destId="{8580B495-D568-4052-8561-B11D3A2A2494}" srcOrd="2" destOrd="0" parTransId="{CB91EC28-509C-449D-9C78-A3DCB5093FAF}" sibTransId="{56B7460D-B8CF-401A-AF3C-AD2AA1970CEB}"/>
    <dgm:cxn modelId="{7D4E2CA3-41D1-4091-9A30-2B0412CC051F}" type="presOf" srcId="{B9121807-2D7D-42F2-9E54-53E563A67BB7}" destId="{7D41AC4B-04B0-4852-9247-220A19AC3EB4}" srcOrd="0" destOrd="0" presId="urn:microsoft.com/office/officeart/2008/layout/HalfCircleOrganizationChart"/>
    <dgm:cxn modelId="{FDFE9BAA-2C2D-4216-918E-30719E94E427}" type="presOf" srcId="{F041DC98-1493-4765-96D6-BF0BD12AC84B}" destId="{18C7B76F-92D7-4993-B480-55A87B140AEF}" srcOrd="0" destOrd="0" presId="urn:microsoft.com/office/officeart/2008/layout/HalfCircleOrganizationChart"/>
    <dgm:cxn modelId="{21FECCB6-87A7-468A-9C62-091E25FE0859}" type="presOf" srcId="{8580B495-D568-4052-8561-B11D3A2A2494}" destId="{F50A2AF9-2D8A-4365-B572-6C6517981FF6}" srcOrd="0" destOrd="0" presId="urn:microsoft.com/office/officeart/2008/layout/HalfCircleOrganizationChart"/>
    <dgm:cxn modelId="{63CB48D0-D77D-49DB-8064-5BB41CFD57F7}" type="presOf" srcId="{8559753F-0FDA-4734-AEA8-73E52C2CEB28}" destId="{B41A247D-1916-4ADE-B1E3-4FAF4E454BD8}" srcOrd="1" destOrd="0" presId="urn:microsoft.com/office/officeart/2008/layout/HalfCircleOrganizationChart"/>
    <dgm:cxn modelId="{FDF4A3DA-9D2D-4C48-AAC8-5715E5092E21}" type="presOf" srcId="{37EBF7CC-3B53-4E19-A4FD-D2D50F699F7A}" destId="{C7A9FA7F-E229-4BBA-9948-9D35F0532628}" srcOrd="0" destOrd="0" presId="urn:microsoft.com/office/officeart/2008/layout/HalfCircleOrganizationChart"/>
    <dgm:cxn modelId="{40922DDC-938F-43D9-A9F1-75F00DCC00E4}" srcId="{8FE6DCB0-55ED-4496-A3DC-43971E70DC5C}" destId="{8559753F-0FDA-4734-AEA8-73E52C2CEB28}" srcOrd="1" destOrd="0" parTransId="{F041DC98-1493-4765-96D6-BF0BD12AC84B}" sibTransId="{BDABA4CF-8DC8-49A5-AB79-97801BB20EF1}"/>
    <dgm:cxn modelId="{1E9D3BDC-0290-497A-B26F-3044367AB5B2}" type="presOf" srcId="{4AD96995-C596-424E-8438-3DB728D61471}" destId="{F51141FA-2DA6-42AF-9369-ED5252D4784A}" srcOrd="0" destOrd="0" presId="urn:microsoft.com/office/officeart/2008/layout/HalfCircleOrganizationChart"/>
    <dgm:cxn modelId="{C9F4D6F5-9AD5-4C53-9C66-79D90EE862B3}" srcId="{8FE6DCB0-55ED-4496-A3DC-43971E70DC5C}" destId="{D158EB2B-212A-401D-8F7B-A8E8609E35EC}" srcOrd="3" destOrd="0" parTransId="{4AD96995-C596-424E-8438-3DB728D61471}" sibTransId="{1D579318-4DE8-40EF-B3EE-59A87FEF626B}"/>
    <dgm:cxn modelId="{F9DB3EFE-23A0-40C3-B4CB-0B43E55F3C02}" srcId="{8FE6DCB0-55ED-4496-A3DC-43971E70DC5C}" destId="{B9121807-2D7D-42F2-9E54-53E563A67BB7}" srcOrd="0" destOrd="0" parTransId="{16BD0B00-1958-4141-9E14-E27F74BA2AEC}" sibTransId="{EE764F16-3BE1-40BC-9AB2-CC3AFB97B800}"/>
    <dgm:cxn modelId="{A71F76E3-9D76-4A9F-B909-7F3CADC7DE76}" type="presParOf" srcId="{C7A9FA7F-E229-4BBA-9948-9D35F0532628}" destId="{4F07D9D0-8305-4172-91EB-B5080F031933}" srcOrd="0" destOrd="0" presId="urn:microsoft.com/office/officeart/2008/layout/HalfCircleOrganizationChart"/>
    <dgm:cxn modelId="{1DCA84B7-B802-44DC-96BF-B9465BF0E848}" type="presParOf" srcId="{4F07D9D0-8305-4172-91EB-B5080F031933}" destId="{9FEE19CC-30F3-4152-AA3F-4EEF9513D56B}" srcOrd="0" destOrd="0" presId="urn:microsoft.com/office/officeart/2008/layout/HalfCircleOrganizationChart"/>
    <dgm:cxn modelId="{20D56011-8B2F-45DB-8999-31D4211118ED}" type="presParOf" srcId="{9FEE19CC-30F3-4152-AA3F-4EEF9513D56B}" destId="{669D081B-69EA-4AFD-9CB6-6EA4482F9764}" srcOrd="0" destOrd="0" presId="urn:microsoft.com/office/officeart/2008/layout/HalfCircleOrganizationChart"/>
    <dgm:cxn modelId="{3556EADC-E593-4529-A958-7D3BB0C5EF33}" type="presParOf" srcId="{9FEE19CC-30F3-4152-AA3F-4EEF9513D56B}" destId="{E8A19243-4EC9-4784-A112-F7BDFB1D765F}" srcOrd="1" destOrd="0" presId="urn:microsoft.com/office/officeart/2008/layout/HalfCircleOrganizationChart"/>
    <dgm:cxn modelId="{3F0B49AD-A634-45A1-869F-89C5ECDF7B24}" type="presParOf" srcId="{9FEE19CC-30F3-4152-AA3F-4EEF9513D56B}" destId="{35D98733-A2AF-457D-A434-6ECD19161202}" srcOrd="2" destOrd="0" presId="urn:microsoft.com/office/officeart/2008/layout/HalfCircleOrganizationChart"/>
    <dgm:cxn modelId="{C52DE095-7047-4611-9BE5-9AB25C346598}" type="presParOf" srcId="{9FEE19CC-30F3-4152-AA3F-4EEF9513D56B}" destId="{8D0A593C-638C-44D2-9DBE-1B71E9F7DA7A}" srcOrd="3" destOrd="0" presId="urn:microsoft.com/office/officeart/2008/layout/HalfCircleOrganizationChart"/>
    <dgm:cxn modelId="{8F528816-41A5-4CD4-90B2-2EF3AA7E65F4}" type="presParOf" srcId="{4F07D9D0-8305-4172-91EB-B5080F031933}" destId="{0732AE97-03B6-448A-A1B5-D20C2560521F}" srcOrd="1" destOrd="0" presId="urn:microsoft.com/office/officeart/2008/layout/HalfCircleOrganizationChart"/>
    <dgm:cxn modelId="{8A7728FE-11E5-4648-B354-A8BB4B0D3E4E}" type="presParOf" srcId="{0732AE97-03B6-448A-A1B5-D20C2560521F}" destId="{ABC08C3C-C79F-49EF-8FB9-6F35DE21AD19}" srcOrd="0" destOrd="0" presId="urn:microsoft.com/office/officeart/2008/layout/HalfCircleOrganizationChart"/>
    <dgm:cxn modelId="{278DBE0F-C392-4C29-9938-9E86CAE97D37}" type="presParOf" srcId="{0732AE97-03B6-448A-A1B5-D20C2560521F}" destId="{51FAD7CC-FDFD-4FC7-8544-ED050E4382FD}" srcOrd="1" destOrd="0" presId="urn:microsoft.com/office/officeart/2008/layout/HalfCircleOrganizationChart"/>
    <dgm:cxn modelId="{765321DE-2DD5-4C0B-9C03-3BCEBC8CFD19}" type="presParOf" srcId="{51FAD7CC-FDFD-4FC7-8544-ED050E4382FD}" destId="{E2630842-A2C6-4B33-955E-FFF3AB7CBE17}" srcOrd="0" destOrd="0" presId="urn:microsoft.com/office/officeart/2008/layout/HalfCircleOrganizationChart"/>
    <dgm:cxn modelId="{75183A3B-F21E-4D74-9CB3-449A004511F0}" type="presParOf" srcId="{E2630842-A2C6-4B33-955E-FFF3AB7CBE17}" destId="{7D41AC4B-04B0-4852-9247-220A19AC3EB4}" srcOrd="0" destOrd="0" presId="urn:microsoft.com/office/officeart/2008/layout/HalfCircleOrganizationChart"/>
    <dgm:cxn modelId="{1D37D047-F535-4632-9955-D712AC4D0B56}" type="presParOf" srcId="{E2630842-A2C6-4B33-955E-FFF3AB7CBE17}" destId="{2DB45F9F-DBF4-4315-B7D8-4028D1197377}" srcOrd="1" destOrd="0" presId="urn:microsoft.com/office/officeart/2008/layout/HalfCircleOrganizationChart"/>
    <dgm:cxn modelId="{DC811D24-35EA-497F-8BE7-CF0E3300111A}" type="presParOf" srcId="{E2630842-A2C6-4B33-955E-FFF3AB7CBE17}" destId="{57CCA4FD-DB57-4D9D-A84A-2A4C58FE05E7}" srcOrd="2" destOrd="0" presId="urn:microsoft.com/office/officeart/2008/layout/HalfCircleOrganizationChart"/>
    <dgm:cxn modelId="{2E788D88-B6C7-45F6-8AE9-0890BE3E6B3C}" type="presParOf" srcId="{E2630842-A2C6-4B33-955E-FFF3AB7CBE17}" destId="{D476FBDE-F650-4FA1-AA4A-C0128CA4F41C}" srcOrd="3" destOrd="0" presId="urn:microsoft.com/office/officeart/2008/layout/HalfCircleOrganizationChart"/>
    <dgm:cxn modelId="{F53D2AB7-E197-424B-9D0A-C6BAF4353F61}" type="presParOf" srcId="{51FAD7CC-FDFD-4FC7-8544-ED050E4382FD}" destId="{68837758-4D98-406C-924B-AB34BADEAD9E}" srcOrd="1" destOrd="0" presId="urn:microsoft.com/office/officeart/2008/layout/HalfCircleOrganizationChart"/>
    <dgm:cxn modelId="{5618D2C6-06AD-4F2A-95E1-2E3569D0438C}" type="presParOf" srcId="{51FAD7CC-FDFD-4FC7-8544-ED050E4382FD}" destId="{96195C8F-7F73-4621-A113-363D2632C526}" srcOrd="2" destOrd="0" presId="urn:microsoft.com/office/officeart/2008/layout/HalfCircleOrganizationChart"/>
    <dgm:cxn modelId="{9E8BAE1B-209C-464E-86AA-C972EC24F5D2}" type="presParOf" srcId="{0732AE97-03B6-448A-A1B5-D20C2560521F}" destId="{18C7B76F-92D7-4993-B480-55A87B140AEF}" srcOrd="2" destOrd="0" presId="urn:microsoft.com/office/officeart/2008/layout/HalfCircleOrganizationChart"/>
    <dgm:cxn modelId="{AB43276E-3806-45D9-A094-C7B30CA53EA5}" type="presParOf" srcId="{0732AE97-03B6-448A-A1B5-D20C2560521F}" destId="{EA5DD137-8F33-449A-9F61-14813ACE9ACE}" srcOrd="3" destOrd="0" presId="urn:microsoft.com/office/officeart/2008/layout/HalfCircleOrganizationChart"/>
    <dgm:cxn modelId="{0B335CFA-CFA7-46A6-A122-3566EEA94903}" type="presParOf" srcId="{EA5DD137-8F33-449A-9F61-14813ACE9ACE}" destId="{04731FE0-012E-4EC4-83DC-22B906385A70}" srcOrd="0" destOrd="0" presId="urn:microsoft.com/office/officeart/2008/layout/HalfCircleOrganizationChart"/>
    <dgm:cxn modelId="{F60B8C06-4F77-40B4-A0DF-0463EB207074}" type="presParOf" srcId="{04731FE0-012E-4EC4-83DC-22B906385A70}" destId="{651D678C-A303-4C17-84BA-54FDDAE165E4}" srcOrd="0" destOrd="0" presId="urn:microsoft.com/office/officeart/2008/layout/HalfCircleOrganizationChart"/>
    <dgm:cxn modelId="{AA3983A6-F6BC-4766-9EAD-EF54FBA17ADE}" type="presParOf" srcId="{04731FE0-012E-4EC4-83DC-22B906385A70}" destId="{AE7D013A-D8A1-4740-8EEB-135BE60A64D1}" srcOrd="1" destOrd="0" presId="urn:microsoft.com/office/officeart/2008/layout/HalfCircleOrganizationChart"/>
    <dgm:cxn modelId="{E3E348CA-C84B-4DA3-A2A2-35F1D47AFFEC}" type="presParOf" srcId="{04731FE0-012E-4EC4-83DC-22B906385A70}" destId="{F704F423-2847-4870-97BB-88B6D7D27EAC}" srcOrd="2" destOrd="0" presId="urn:microsoft.com/office/officeart/2008/layout/HalfCircleOrganizationChart"/>
    <dgm:cxn modelId="{9F05DAF2-0467-4EC0-B2BF-E78D6DA85908}" type="presParOf" srcId="{04731FE0-012E-4EC4-83DC-22B906385A70}" destId="{B41A247D-1916-4ADE-B1E3-4FAF4E454BD8}" srcOrd="3" destOrd="0" presId="urn:microsoft.com/office/officeart/2008/layout/HalfCircleOrganizationChart"/>
    <dgm:cxn modelId="{9F757378-CDAE-42F2-9506-255521AAFD90}" type="presParOf" srcId="{EA5DD137-8F33-449A-9F61-14813ACE9ACE}" destId="{BB2E7E98-4DF6-4E55-9D74-64047C352A81}" srcOrd="1" destOrd="0" presId="urn:microsoft.com/office/officeart/2008/layout/HalfCircleOrganizationChart"/>
    <dgm:cxn modelId="{6B3E62EC-75DF-46F4-9908-7D86BB7984B8}" type="presParOf" srcId="{EA5DD137-8F33-449A-9F61-14813ACE9ACE}" destId="{1DEEB206-90A4-4DFF-83F7-C46E52FF38E4}" srcOrd="2" destOrd="0" presId="urn:microsoft.com/office/officeart/2008/layout/HalfCircleOrganizationChart"/>
    <dgm:cxn modelId="{C179EF82-E06C-4116-A955-10B7C568671C}" type="presParOf" srcId="{0732AE97-03B6-448A-A1B5-D20C2560521F}" destId="{9F6170F8-4907-4033-9D60-2137DEFA71CA}" srcOrd="4" destOrd="0" presId="urn:microsoft.com/office/officeart/2008/layout/HalfCircleOrganizationChart"/>
    <dgm:cxn modelId="{603BE337-BAE0-4DFD-BA44-924F216C6F5B}" type="presParOf" srcId="{0732AE97-03B6-448A-A1B5-D20C2560521F}" destId="{958747C4-5FAA-4BF2-9564-3780CCC56C4C}" srcOrd="5" destOrd="0" presId="urn:microsoft.com/office/officeart/2008/layout/HalfCircleOrganizationChart"/>
    <dgm:cxn modelId="{F3A5A109-4EAD-446B-A485-7AEFD208A364}" type="presParOf" srcId="{958747C4-5FAA-4BF2-9564-3780CCC56C4C}" destId="{0860EA6D-C438-4DAA-AE3F-E372CA1A5C05}" srcOrd="0" destOrd="0" presId="urn:microsoft.com/office/officeart/2008/layout/HalfCircleOrganizationChart"/>
    <dgm:cxn modelId="{24F78EBD-8F68-40DA-AC12-149E6FEFB3D2}" type="presParOf" srcId="{0860EA6D-C438-4DAA-AE3F-E372CA1A5C05}" destId="{F50A2AF9-2D8A-4365-B572-6C6517981FF6}" srcOrd="0" destOrd="0" presId="urn:microsoft.com/office/officeart/2008/layout/HalfCircleOrganizationChart"/>
    <dgm:cxn modelId="{76CF65EF-7D17-4BCD-A9CB-F7C7FF0EEAE3}" type="presParOf" srcId="{0860EA6D-C438-4DAA-AE3F-E372CA1A5C05}" destId="{2C10C6B8-7353-4AB7-BC7E-B6CA918B5F97}" srcOrd="1" destOrd="0" presId="urn:microsoft.com/office/officeart/2008/layout/HalfCircleOrganizationChart"/>
    <dgm:cxn modelId="{EBD81615-23C5-4F84-BE39-36DBF5BDEC37}" type="presParOf" srcId="{0860EA6D-C438-4DAA-AE3F-E372CA1A5C05}" destId="{FEF5E26D-454D-4B21-85B8-5DD106DC4E07}" srcOrd="2" destOrd="0" presId="urn:microsoft.com/office/officeart/2008/layout/HalfCircleOrganizationChart"/>
    <dgm:cxn modelId="{D542340A-E850-4853-96A5-09CCA83063C2}" type="presParOf" srcId="{0860EA6D-C438-4DAA-AE3F-E372CA1A5C05}" destId="{BECA5702-D640-4B26-80D2-9DF54B8EC4E6}" srcOrd="3" destOrd="0" presId="urn:microsoft.com/office/officeart/2008/layout/HalfCircleOrganizationChart"/>
    <dgm:cxn modelId="{5E74021E-99DC-4C0A-9359-CF45B2337AAE}" type="presParOf" srcId="{958747C4-5FAA-4BF2-9564-3780CCC56C4C}" destId="{23440B2C-8980-4A8A-8DB6-252753184D0D}" srcOrd="1" destOrd="0" presId="urn:microsoft.com/office/officeart/2008/layout/HalfCircleOrganizationChart"/>
    <dgm:cxn modelId="{A8C1BD89-39CC-4EBC-BADA-9E9E98800E97}" type="presParOf" srcId="{958747C4-5FAA-4BF2-9564-3780CCC56C4C}" destId="{BBA89F26-95EA-4CA5-A566-CA7770449C89}" srcOrd="2" destOrd="0" presId="urn:microsoft.com/office/officeart/2008/layout/HalfCircleOrganizationChart"/>
    <dgm:cxn modelId="{FC7265FF-E942-4563-9995-1B9F5EFB27CA}" type="presParOf" srcId="{0732AE97-03B6-448A-A1B5-D20C2560521F}" destId="{F51141FA-2DA6-42AF-9369-ED5252D4784A}" srcOrd="6" destOrd="0" presId="urn:microsoft.com/office/officeart/2008/layout/HalfCircleOrganizationChart"/>
    <dgm:cxn modelId="{B1BB4C86-5D4F-47F7-A0CE-8981C0A2C8FE}" type="presParOf" srcId="{0732AE97-03B6-448A-A1B5-D20C2560521F}" destId="{DB9A1C96-8A9B-48A7-A47D-053EB0274242}" srcOrd="7" destOrd="0" presId="urn:microsoft.com/office/officeart/2008/layout/HalfCircleOrganizationChart"/>
    <dgm:cxn modelId="{6968160C-9926-4A3B-AD86-93031110302D}" type="presParOf" srcId="{DB9A1C96-8A9B-48A7-A47D-053EB0274242}" destId="{2016B62D-26B3-45CE-8B3A-0FABC5F48B4D}" srcOrd="0" destOrd="0" presId="urn:microsoft.com/office/officeart/2008/layout/HalfCircleOrganizationChart"/>
    <dgm:cxn modelId="{14573644-CE85-44C7-8359-239B61DEDC32}" type="presParOf" srcId="{2016B62D-26B3-45CE-8B3A-0FABC5F48B4D}" destId="{3F96C918-70D4-47D3-B371-51392BA5908D}" srcOrd="0" destOrd="0" presId="urn:microsoft.com/office/officeart/2008/layout/HalfCircleOrganizationChart"/>
    <dgm:cxn modelId="{EB7E6490-B27E-4155-A541-CF687E707C51}" type="presParOf" srcId="{2016B62D-26B3-45CE-8B3A-0FABC5F48B4D}" destId="{2E1282B4-6B07-42CD-9B8A-4D48A28F0816}" srcOrd="1" destOrd="0" presId="urn:microsoft.com/office/officeart/2008/layout/HalfCircleOrganizationChart"/>
    <dgm:cxn modelId="{2060D040-35C2-4086-A21E-B709B47C119A}" type="presParOf" srcId="{2016B62D-26B3-45CE-8B3A-0FABC5F48B4D}" destId="{88502551-BF09-4DA1-99F8-D07C23D50123}" srcOrd="2" destOrd="0" presId="urn:microsoft.com/office/officeart/2008/layout/HalfCircleOrganizationChart"/>
    <dgm:cxn modelId="{6237CE84-79D0-4F1A-B98B-7FD112E5F438}" type="presParOf" srcId="{2016B62D-26B3-45CE-8B3A-0FABC5F48B4D}" destId="{CCFBC540-7061-459E-872E-494F9C310D08}" srcOrd="3" destOrd="0" presId="urn:microsoft.com/office/officeart/2008/layout/HalfCircleOrganizationChart"/>
    <dgm:cxn modelId="{B6F3D966-80D1-48EA-8635-2C5E2FD36C73}" type="presParOf" srcId="{DB9A1C96-8A9B-48A7-A47D-053EB0274242}" destId="{01200F85-6A8C-4B2D-962D-C27B752BDF93}" srcOrd="1" destOrd="0" presId="urn:microsoft.com/office/officeart/2008/layout/HalfCircleOrganizationChart"/>
    <dgm:cxn modelId="{1468CAA0-BA28-4A26-A094-40178DD552AF}" type="presParOf" srcId="{DB9A1C96-8A9B-48A7-A47D-053EB0274242}" destId="{04394BC4-DD1B-47A9-B82A-7EF78AADD89F}" srcOrd="2" destOrd="0" presId="urn:microsoft.com/office/officeart/2008/layout/HalfCircleOrganizationChart"/>
    <dgm:cxn modelId="{B55FF0B6-1E17-4BE6-B008-92887CBBB55C}" type="presParOf" srcId="{4F07D9D0-8305-4172-91EB-B5080F031933}" destId="{6526A704-F596-4519-BCCD-78274E950411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E87A084-AB5C-42CF-9ADC-CCE0EF0143A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9C7AB4E9-466F-4077-927D-24349B3E9449}">
      <dgm:prSet phldrT="[Texte]"/>
      <dgm:spPr/>
      <dgm:t>
        <a:bodyPr/>
        <a:lstStyle/>
        <a:p>
          <a:r>
            <a:rPr lang="fr-FR" dirty="0"/>
            <a:t>Développement d'un système de </a:t>
          </a:r>
          <a:r>
            <a:rPr lang="fr-FR" dirty="0" err="1"/>
            <a:t>reporting</a:t>
          </a:r>
          <a:r>
            <a:rPr lang="fr-FR" dirty="0"/>
            <a:t>, d'audit et d'administration pour une plateforme Fintech</a:t>
          </a:r>
        </a:p>
      </dgm:t>
    </dgm:pt>
    <dgm:pt modelId="{0F2C3FEF-3E93-497E-B57C-0F6575F3C8AD}" type="parTrans" cxnId="{C3199F0E-235B-46BB-8318-224961FBC967}">
      <dgm:prSet/>
      <dgm:spPr/>
      <dgm:t>
        <a:bodyPr/>
        <a:lstStyle/>
        <a:p>
          <a:endParaRPr lang="fr-FR"/>
        </a:p>
      </dgm:t>
    </dgm:pt>
    <dgm:pt modelId="{723B6B3B-5C33-4E58-AB13-3553C03E6EDE}" type="sibTrans" cxnId="{C3199F0E-235B-46BB-8318-224961FBC967}">
      <dgm:prSet/>
      <dgm:spPr/>
      <dgm:t>
        <a:bodyPr/>
        <a:lstStyle/>
        <a:p>
          <a:endParaRPr lang="fr-FR"/>
        </a:p>
      </dgm:t>
    </dgm:pt>
    <dgm:pt modelId="{49B6A277-34C0-42DA-BDF1-55C930749EDA}">
      <dgm:prSet phldrT="[Texte]"/>
      <dgm:spPr/>
      <dgm:t>
        <a:bodyPr/>
        <a:lstStyle/>
        <a:p>
          <a:r>
            <a:rPr lang="fr-FR" dirty="0"/>
            <a:t>Centralisation de la gestion des utilisateurs et des rôles.</a:t>
          </a:r>
        </a:p>
      </dgm:t>
    </dgm:pt>
    <dgm:pt modelId="{22F8C740-C507-411D-857C-18F0D55E5AD4}" type="parTrans" cxnId="{6E74C23E-8A51-402A-BD2E-2E79248BEBD2}">
      <dgm:prSet/>
      <dgm:spPr/>
      <dgm:t>
        <a:bodyPr/>
        <a:lstStyle/>
        <a:p>
          <a:endParaRPr lang="fr-FR"/>
        </a:p>
      </dgm:t>
    </dgm:pt>
    <dgm:pt modelId="{6F9524BC-47E9-44FE-8434-7F898021D2CD}" type="sibTrans" cxnId="{6E74C23E-8A51-402A-BD2E-2E79248BEBD2}">
      <dgm:prSet/>
      <dgm:spPr/>
      <dgm:t>
        <a:bodyPr/>
        <a:lstStyle/>
        <a:p>
          <a:endParaRPr lang="fr-FR"/>
        </a:p>
      </dgm:t>
    </dgm:pt>
    <dgm:pt modelId="{91F9EF7A-9493-4C1C-AE31-FE227CB88BE6}">
      <dgm:prSet phldrT="[Texte]"/>
      <dgm:spPr/>
      <dgm:t>
        <a:bodyPr/>
        <a:lstStyle/>
        <a:p>
          <a:r>
            <a:rPr lang="fr-FR" dirty="0"/>
            <a:t>Amélioration de la traçabilité grâce aux journaux d'audit.</a:t>
          </a:r>
        </a:p>
      </dgm:t>
    </dgm:pt>
    <dgm:pt modelId="{65FAEC64-6470-44D4-867C-B655A0604711}" type="parTrans" cxnId="{2B2CF88C-B443-47A9-827D-A9C7BD2C6B85}">
      <dgm:prSet/>
      <dgm:spPr/>
      <dgm:t>
        <a:bodyPr/>
        <a:lstStyle/>
        <a:p>
          <a:endParaRPr lang="fr-FR"/>
        </a:p>
      </dgm:t>
    </dgm:pt>
    <dgm:pt modelId="{B2C737C5-0218-423B-B723-4F8DFE7DF707}" type="sibTrans" cxnId="{2B2CF88C-B443-47A9-827D-A9C7BD2C6B85}">
      <dgm:prSet/>
      <dgm:spPr/>
      <dgm:t>
        <a:bodyPr/>
        <a:lstStyle/>
        <a:p>
          <a:endParaRPr lang="fr-FR"/>
        </a:p>
      </dgm:t>
    </dgm:pt>
    <dgm:pt modelId="{7E471992-3595-485D-808A-1EA939ABF847}">
      <dgm:prSet phldrT="[Texte]"/>
      <dgm:spPr/>
      <dgm:t>
        <a:bodyPr/>
        <a:lstStyle/>
        <a:p>
          <a:r>
            <a:rPr lang="fr-FR" dirty="0"/>
            <a:t>Génération et exportation des rapports (PDF et Excel).</a:t>
          </a:r>
        </a:p>
      </dgm:t>
    </dgm:pt>
    <dgm:pt modelId="{FC7DA8F1-530D-4C4B-9483-7427D8838A07}" type="parTrans" cxnId="{577546EF-8B45-42FD-9E0D-D086F2DEF298}">
      <dgm:prSet/>
      <dgm:spPr/>
      <dgm:t>
        <a:bodyPr/>
        <a:lstStyle/>
        <a:p>
          <a:endParaRPr lang="fr-FR"/>
        </a:p>
      </dgm:t>
    </dgm:pt>
    <dgm:pt modelId="{774C93FB-C771-43D5-9134-AFFF39F62FC9}" type="sibTrans" cxnId="{577546EF-8B45-42FD-9E0D-D086F2DEF298}">
      <dgm:prSet/>
      <dgm:spPr/>
      <dgm:t>
        <a:bodyPr/>
        <a:lstStyle/>
        <a:p>
          <a:endParaRPr lang="fr-FR"/>
        </a:p>
      </dgm:t>
    </dgm:pt>
    <dgm:pt modelId="{3E69B57A-26EE-4851-B188-C6814E740601}">
      <dgm:prSet phldrT="[Texte]"/>
      <dgm:spPr/>
      <dgm:t>
        <a:bodyPr/>
        <a:lstStyle/>
        <a:p>
          <a:r>
            <a:rPr lang="fr-FR" dirty="0"/>
            <a:t>Solution évolutive pouvant être enrichie par de </a:t>
          </a:r>
          <a:r>
            <a:rPr lang="fr-FR"/>
            <a:t>nouvelles fonctionnalités </a:t>
          </a:r>
          <a:endParaRPr lang="fr-FR" dirty="0"/>
        </a:p>
      </dgm:t>
    </dgm:pt>
    <dgm:pt modelId="{B2FAE61B-ED2B-4541-ADC3-DFC2A2136274}" type="parTrans" cxnId="{A8B619CB-7CDC-4C0C-AAAF-EF2935895FDA}">
      <dgm:prSet/>
      <dgm:spPr/>
      <dgm:t>
        <a:bodyPr/>
        <a:lstStyle/>
        <a:p>
          <a:endParaRPr lang="fr-FR"/>
        </a:p>
      </dgm:t>
    </dgm:pt>
    <dgm:pt modelId="{D7D382FE-9FF5-450E-B348-C53974E74C60}" type="sibTrans" cxnId="{A8B619CB-7CDC-4C0C-AAAF-EF2935895FDA}">
      <dgm:prSet/>
      <dgm:spPr/>
      <dgm:t>
        <a:bodyPr/>
        <a:lstStyle/>
        <a:p>
          <a:endParaRPr lang="fr-FR"/>
        </a:p>
      </dgm:t>
    </dgm:pt>
    <dgm:pt modelId="{3C58453D-759A-428C-A74C-F620A042EC88}" type="pres">
      <dgm:prSet presAssocID="{BE87A084-AB5C-42CF-9ADC-CCE0EF0143A9}" presName="outerComposite" presStyleCnt="0">
        <dgm:presLayoutVars>
          <dgm:chMax val="5"/>
          <dgm:dir/>
          <dgm:resizeHandles val="exact"/>
        </dgm:presLayoutVars>
      </dgm:prSet>
      <dgm:spPr/>
    </dgm:pt>
    <dgm:pt modelId="{13A10EC8-F839-4AA9-BC83-6BC5C32CE668}" type="pres">
      <dgm:prSet presAssocID="{BE87A084-AB5C-42CF-9ADC-CCE0EF0143A9}" presName="dummyMaxCanvas" presStyleCnt="0">
        <dgm:presLayoutVars/>
      </dgm:prSet>
      <dgm:spPr/>
    </dgm:pt>
    <dgm:pt modelId="{CB019E75-1206-4C0D-AC56-115179808A9C}" type="pres">
      <dgm:prSet presAssocID="{BE87A084-AB5C-42CF-9ADC-CCE0EF0143A9}" presName="FiveNodes_1" presStyleLbl="node1" presStyleIdx="0" presStyleCnt="5">
        <dgm:presLayoutVars>
          <dgm:bulletEnabled val="1"/>
        </dgm:presLayoutVars>
      </dgm:prSet>
      <dgm:spPr/>
    </dgm:pt>
    <dgm:pt modelId="{7C8553F0-E184-4B20-BD4A-4B23283EFA3F}" type="pres">
      <dgm:prSet presAssocID="{BE87A084-AB5C-42CF-9ADC-CCE0EF0143A9}" presName="FiveNodes_2" presStyleLbl="node1" presStyleIdx="1" presStyleCnt="5">
        <dgm:presLayoutVars>
          <dgm:bulletEnabled val="1"/>
        </dgm:presLayoutVars>
      </dgm:prSet>
      <dgm:spPr/>
    </dgm:pt>
    <dgm:pt modelId="{8F7AA035-22FC-4AD4-BBBE-A2B8FCA89BD6}" type="pres">
      <dgm:prSet presAssocID="{BE87A084-AB5C-42CF-9ADC-CCE0EF0143A9}" presName="FiveNodes_3" presStyleLbl="node1" presStyleIdx="2" presStyleCnt="5">
        <dgm:presLayoutVars>
          <dgm:bulletEnabled val="1"/>
        </dgm:presLayoutVars>
      </dgm:prSet>
      <dgm:spPr/>
    </dgm:pt>
    <dgm:pt modelId="{DC31BEC8-E6F2-4C53-A335-55E72C07B084}" type="pres">
      <dgm:prSet presAssocID="{BE87A084-AB5C-42CF-9ADC-CCE0EF0143A9}" presName="FiveNodes_4" presStyleLbl="node1" presStyleIdx="3" presStyleCnt="5">
        <dgm:presLayoutVars>
          <dgm:bulletEnabled val="1"/>
        </dgm:presLayoutVars>
      </dgm:prSet>
      <dgm:spPr/>
    </dgm:pt>
    <dgm:pt modelId="{6D6FAFB8-BF07-43BF-93B7-08BE59B68DA1}" type="pres">
      <dgm:prSet presAssocID="{BE87A084-AB5C-42CF-9ADC-CCE0EF0143A9}" presName="FiveNodes_5" presStyleLbl="node1" presStyleIdx="4" presStyleCnt="5">
        <dgm:presLayoutVars>
          <dgm:bulletEnabled val="1"/>
        </dgm:presLayoutVars>
      </dgm:prSet>
      <dgm:spPr/>
    </dgm:pt>
    <dgm:pt modelId="{AF096110-D267-4278-83E8-7E0CB576013B}" type="pres">
      <dgm:prSet presAssocID="{BE87A084-AB5C-42CF-9ADC-CCE0EF0143A9}" presName="FiveConn_1-2" presStyleLbl="fgAccFollowNode1" presStyleIdx="0" presStyleCnt="4">
        <dgm:presLayoutVars>
          <dgm:bulletEnabled val="1"/>
        </dgm:presLayoutVars>
      </dgm:prSet>
      <dgm:spPr/>
    </dgm:pt>
    <dgm:pt modelId="{4E92F2F9-87B6-40DE-B68B-B8D3E2776975}" type="pres">
      <dgm:prSet presAssocID="{BE87A084-AB5C-42CF-9ADC-CCE0EF0143A9}" presName="FiveConn_2-3" presStyleLbl="fgAccFollowNode1" presStyleIdx="1" presStyleCnt="4">
        <dgm:presLayoutVars>
          <dgm:bulletEnabled val="1"/>
        </dgm:presLayoutVars>
      </dgm:prSet>
      <dgm:spPr/>
    </dgm:pt>
    <dgm:pt modelId="{6147A8C3-5265-4AE7-8405-6916973CD960}" type="pres">
      <dgm:prSet presAssocID="{BE87A084-AB5C-42CF-9ADC-CCE0EF0143A9}" presName="FiveConn_3-4" presStyleLbl="fgAccFollowNode1" presStyleIdx="2" presStyleCnt="4">
        <dgm:presLayoutVars>
          <dgm:bulletEnabled val="1"/>
        </dgm:presLayoutVars>
      </dgm:prSet>
      <dgm:spPr/>
    </dgm:pt>
    <dgm:pt modelId="{6BF88AC7-13BC-4687-B41B-F44C5D9199F5}" type="pres">
      <dgm:prSet presAssocID="{BE87A084-AB5C-42CF-9ADC-CCE0EF0143A9}" presName="FiveConn_4-5" presStyleLbl="fgAccFollowNode1" presStyleIdx="3" presStyleCnt="4">
        <dgm:presLayoutVars>
          <dgm:bulletEnabled val="1"/>
        </dgm:presLayoutVars>
      </dgm:prSet>
      <dgm:spPr/>
    </dgm:pt>
    <dgm:pt modelId="{32B8A886-2224-41D8-8D59-0107C3F72AD9}" type="pres">
      <dgm:prSet presAssocID="{BE87A084-AB5C-42CF-9ADC-CCE0EF0143A9}" presName="FiveNodes_1_text" presStyleLbl="node1" presStyleIdx="4" presStyleCnt="5">
        <dgm:presLayoutVars>
          <dgm:bulletEnabled val="1"/>
        </dgm:presLayoutVars>
      </dgm:prSet>
      <dgm:spPr/>
    </dgm:pt>
    <dgm:pt modelId="{DF954CF3-3671-48F5-8057-F6A61C1F8886}" type="pres">
      <dgm:prSet presAssocID="{BE87A084-AB5C-42CF-9ADC-CCE0EF0143A9}" presName="FiveNodes_2_text" presStyleLbl="node1" presStyleIdx="4" presStyleCnt="5">
        <dgm:presLayoutVars>
          <dgm:bulletEnabled val="1"/>
        </dgm:presLayoutVars>
      </dgm:prSet>
      <dgm:spPr/>
    </dgm:pt>
    <dgm:pt modelId="{26F16F22-A08C-4A05-A0CB-B4D250493554}" type="pres">
      <dgm:prSet presAssocID="{BE87A084-AB5C-42CF-9ADC-CCE0EF0143A9}" presName="FiveNodes_3_text" presStyleLbl="node1" presStyleIdx="4" presStyleCnt="5">
        <dgm:presLayoutVars>
          <dgm:bulletEnabled val="1"/>
        </dgm:presLayoutVars>
      </dgm:prSet>
      <dgm:spPr/>
    </dgm:pt>
    <dgm:pt modelId="{1DF2ED29-7B7F-4212-A1F1-8034C9EF19ED}" type="pres">
      <dgm:prSet presAssocID="{BE87A084-AB5C-42CF-9ADC-CCE0EF0143A9}" presName="FiveNodes_4_text" presStyleLbl="node1" presStyleIdx="4" presStyleCnt="5">
        <dgm:presLayoutVars>
          <dgm:bulletEnabled val="1"/>
        </dgm:presLayoutVars>
      </dgm:prSet>
      <dgm:spPr/>
    </dgm:pt>
    <dgm:pt modelId="{F2458A04-6D87-4A2C-86F6-875C143F453E}" type="pres">
      <dgm:prSet presAssocID="{BE87A084-AB5C-42CF-9ADC-CCE0EF0143A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9CFD405-8597-4110-9750-1955DAE9031B}" type="presOf" srcId="{6F9524BC-47E9-44FE-8434-7F898021D2CD}" destId="{4E92F2F9-87B6-40DE-B68B-B8D3E2776975}" srcOrd="0" destOrd="0" presId="urn:microsoft.com/office/officeart/2005/8/layout/vProcess5"/>
    <dgm:cxn modelId="{C3199F0E-235B-46BB-8318-224961FBC967}" srcId="{BE87A084-AB5C-42CF-9ADC-CCE0EF0143A9}" destId="{9C7AB4E9-466F-4077-927D-24349B3E9449}" srcOrd="0" destOrd="0" parTransId="{0F2C3FEF-3E93-497E-B57C-0F6575F3C8AD}" sibTransId="{723B6B3B-5C33-4E58-AB13-3553C03E6EDE}"/>
    <dgm:cxn modelId="{2B6B121A-21D9-4F73-88BD-A16827A4D5D3}" type="presOf" srcId="{7E471992-3595-485D-808A-1EA939ABF847}" destId="{1DF2ED29-7B7F-4212-A1F1-8034C9EF19ED}" srcOrd="1" destOrd="0" presId="urn:microsoft.com/office/officeart/2005/8/layout/vProcess5"/>
    <dgm:cxn modelId="{78829720-1648-45E9-98F5-BD5E2A9E7BD2}" type="presOf" srcId="{49B6A277-34C0-42DA-BDF1-55C930749EDA}" destId="{DF954CF3-3671-48F5-8057-F6A61C1F8886}" srcOrd="1" destOrd="0" presId="urn:microsoft.com/office/officeart/2005/8/layout/vProcess5"/>
    <dgm:cxn modelId="{5C589B23-5A67-4CEB-BF18-132FCD0C2544}" type="presOf" srcId="{774C93FB-C771-43D5-9134-AFFF39F62FC9}" destId="{6BF88AC7-13BC-4687-B41B-F44C5D9199F5}" srcOrd="0" destOrd="0" presId="urn:microsoft.com/office/officeart/2005/8/layout/vProcess5"/>
    <dgm:cxn modelId="{34EC7F39-B85B-4727-8CB5-0D4399465583}" type="presOf" srcId="{B2C737C5-0218-423B-B723-4F8DFE7DF707}" destId="{6147A8C3-5265-4AE7-8405-6916973CD960}" srcOrd="0" destOrd="0" presId="urn:microsoft.com/office/officeart/2005/8/layout/vProcess5"/>
    <dgm:cxn modelId="{6E74C23E-8A51-402A-BD2E-2E79248BEBD2}" srcId="{BE87A084-AB5C-42CF-9ADC-CCE0EF0143A9}" destId="{49B6A277-34C0-42DA-BDF1-55C930749EDA}" srcOrd="1" destOrd="0" parTransId="{22F8C740-C507-411D-857C-18F0D55E5AD4}" sibTransId="{6F9524BC-47E9-44FE-8434-7F898021D2CD}"/>
    <dgm:cxn modelId="{E5CBA65A-B36D-40E1-B2A0-37C9343F6FD0}" type="presOf" srcId="{3E69B57A-26EE-4851-B188-C6814E740601}" destId="{F2458A04-6D87-4A2C-86F6-875C143F453E}" srcOrd="1" destOrd="0" presId="urn:microsoft.com/office/officeart/2005/8/layout/vProcess5"/>
    <dgm:cxn modelId="{E0AC5884-51B4-45C4-94DD-3C2C30B4CFCE}" type="presOf" srcId="{91F9EF7A-9493-4C1C-AE31-FE227CB88BE6}" destId="{26F16F22-A08C-4A05-A0CB-B4D250493554}" srcOrd="1" destOrd="0" presId="urn:microsoft.com/office/officeart/2005/8/layout/vProcess5"/>
    <dgm:cxn modelId="{2B2CF88C-B443-47A9-827D-A9C7BD2C6B85}" srcId="{BE87A084-AB5C-42CF-9ADC-CCE0EF0143A9}" destId="{91F9EF7A-9493-4C1C-AE31-FE227CB88BE6}" srcOrd="2" destOrd="0" parTransId="{65FAEC64-6470-44D4-867C-B655A0604711}" sibTransId="{B2C737C5-0218-423B-B723-4F8DFE7DF707}"/>
    <dgm:cxn modelId="{7E224691-A5CF-4CAF-8A23-4AF946EDE293}" type="presOf" srcId="{BE87A084-AB5C-42CF-9ADC-CCE0EF0143A9}" destId="{3C58453D-759A-428C-A74C-F620A042EC88}" srcOrd="0" destOrd="0" presId="urn:microsoft.com/office/officeart/2005/8/layout/vProcess5"/>
    <dgm:cxn modelId="{42E80693-AF0E-425A-BC04-9A167C3254BA}" type="presOf" srcId="{7E471992-3595-485D-808A-1EA939ABF847}" destId="{DC31BEC8-E6F2-4C53-A335-55E72C07B084}" srcOrd="0" destOrd="0" presId="urn:microsoft.com/office/officeart/2005/8/layout/vProcess5"/>
    <dgm:cxn modelId="{E4B22D9C-2965-4A02-B684-4A73C126E9CD}" type="presOf" srcId="{91F9EF7A-9493-4C1C-AE31-FE227CB88BE6}" destId="{8F7AA035-22FC-4AD4-BBBE-A2B8FCA89BD6}" srcOrd="0" destOrd="0" presId="urn:microsoft.com/office/officeart/2005/8/layout/vProcess5"/>
    <dgm:cxn modelId="{D913549D-8930-4E1F-9872-7A41BD245374}" type="presOf" srcId="{49B6A277-34C0-42DA-BDF1-55C930749EDA}" destId="{7C8553F0-E184-4B20-BD4A-4B23283EFA3F}" srcOrd="0" destOrd="0" presId="urn:microsoft.com/office/officeart/2005/8/layout/vProcess5"/>
    <dgm:cxn modelId="{35D014BB-EE68-4748-A518-E4DFDE29B5F9}" type="presOf" srcId="{9C7AB4E9-466F-4077-927D-24349B3E9449}" destId="{CB019E75-1206-4C0D-AC56-115179808A9C}" srcOrd="0" destOrd="0" presId="urn:microsoft.com/office/officeart/2005/8/layout/vProcess5"/>
    <dgm:cxn modelId="{A8B619CB-7CDC-4C0C-AAAF-EF2935895FDA}" srcId="{BE87A084-AB5C-42CF-9ADC-CCE0EF0143A9}" destId="{3E69B57A-26EE-4851-B188-C6814E740601}" srcOrd="4" destOrd="0" parTransId="{B2FAE61B-ED2B-4541-ADC3-DFC2A2136274}" sibTransId="{D7D382FE-9FF5-450E-B348-C53974E74C60}"/>
    <dgm:cxn modelId="{063D0DE0-896C-494C-A832-C2D9A17CCBB3}" type="presOf" srcId="{723B6B3B-5C33-4E58-AB13-3553C03E6EDE}" destId="{AF096110-D267-4278-83E8-7E0CB576013B}" srcOrd="0" destOrd="0" presId="urn:microsoft.com/office/officeart/2005/8/layout/vProcess5"/>
    <dgm:cxn modelId="{577546EF-8B45-42FD-9E0D-D086F2DEF298}" srcId="{BE87A084-AB5C-42CF-9ADC-CCE0EF0143A9}" destId="{7E471992-3595-485D-808A-1EA939ABF847}" srcOrd="3" destOrd="0" parTransId="{FC7DA8F1-530D-4C4B-9483-7427D8838A07}" sibTransId="{774C93FB-C771-43D5-9134-AFFF39F62FC9}"/>
    <dgm:cxn modelId="{C60365F5-FF20-4BDD-9C23-6D2FD1B3247E}" type="presOf" srcId="{3E69B57A-26EE-4851-B188-C6814E740601}" destId="{6D6FAFB8-BF07-43BF-93B7-08BE59B68DA1}" srcOrd="0" destOrd="0" presId="urn:microsoft.com/office/officeart/2005/8/layout/vProcess5"/>
    <dgm:cxn modelId="{C3B721FA-6CA0-4850-A3D5-0D8328B905CC}" type="presOf" srcId="{9C7AB4E9-466F-4077-927D-24349B3E9449}" destId="{32B8A886-2224-41D8-8D59-0107C3F72AD9}" srcOrd="1" destOrd="0" presId="urn:microsoft.com/office/officeart/2005/8/layout/vProcess5"/>
    <dgm:cxn modelId="{E030EF19-A0BB-42AF-8F79-2F87CF872813}" type="presParOf" srcId="{3C58453D-759A-428C-A74C-F620A042EC88}" destId="{13A10EC8-F839-4AA9-BC83-6BC5C32CE668}" srcOrd="0" destOrd="0" presId="urn:microsoft.com/office/officeart/2005/8/layout/vProcess5"/>
    <dgm:cxn modelId="{76D5C563-35B1-4D5D-8282-8BB79B24AEFC}" type="presParOf" srcId="{3C58453D-759A-428C-A74C-F620A042EC88}" destId="{CB019E75-1206-4C0D-AC56-115179808A9C}" srcOrd="1" destOrd="0" presId="urn:microsoft.com/office/officeart/2005/8/layout/vProcess5"/>
    <dgm:cxn modelId="{7332BD3F-08C6-4F6D-AC04-B2AD56FA1BB2}" type="presParOf" srcId="{3C58453D-759A-428C-A74C-F620A042EC88}" destId="{7C8553F0-E184-4B20-BD4A-4B23283EFA3F}" srcOrd="2" destOrd="0" presId="urn:microsoft.com/office/officeart/2005/8/layout/vProcess5"/>
    <dgm:cxn modelId="{077D0FBA-58BC-4126-99A5-1F5E55A59720}" type="presParOf" srcId="{3C58453D-759A-428C-A74C-F620A042EC88}" destId="{8F7AA035-22FC-4AD4-BBBE-A2B8FCA89BD6}" srcOrd="3" destOrd="0" presId="urn:microsoft.com/office/officeart/2005/8/layout/vProcess5"/>
    <dgm:cxn modelId="{DCB21507-9DFF-451E-8C26-75FF496B89E3}" type="presParOf" srcId="{3C58453D-759A-428C-A74C-F620A042EC88}" destId="{DC31BEC8-E6F2-4C53-A335-55E72C07B084}" srcOrd="4" destOrd="0" presId="urn:microsoft.com/office/officeart/2005/8/layout/vProcess5"/>
    <dgm:cxn modelId="{FD62C1D1-5CF2-4D6F-89B9-3BF4B76248B0}" type="presParOf" srcId="{3C58453D-759A-428C-A74C-F620A042EC88}" destId="{6D6FAFB8-BF07-43BF-93B7-08BE59B68DA1}" srcOrd="5" destOrd="0" presId="urn:microsoft.com/office/officeart/2005/8/layout/vProcess5"/>
    <dgm:cxn modelId="{1A380E3A-08F1-456F-ABA6-F648EE7BE302}" type="presParOf" srcId="{3C58453D-759A-428C-A74C-F620A042EC88}" destId="{AF096110-D267-4278-83E8-7E0CB576013B}" srcOrd="6" destOrd="0" presId="urn:microsoft.com/office/officeart/2005/8/layout/vProcess5"/>
    <dgm:cxn modelId="{AAF1226F-9072-4A12-87A0-857BE73125EE}" type="presParOf" srcId="{3C58453D-759A-428C-A74C-F620A042EC88}" destId="{4E92F2F9-87B6-40DE-B68B-B8D3E2776975}" srcOrd="7" destOrd="0" presId="urn:microsoft.com/office/officeart/2005/8/layout/vProcess5"/>
    <dgm:cxn modelId="{19213A80-4FD3-4A36-8692-3B734377FF95}" type="presParOf" srcId="{3C58453D-759A-428C-A74C-F620A042EC88}" destId="{6147A8C3-5265-4AE7-8405-6916973CD960}" srcOrd="8" destOrd="0" presId="urn:microsoft.com/office/officeart/2005/8/layout/vProcess5"/>
    <dgm:cxn modelId="{22E0FC3D-055C-4086-AD38-D2A3A1EAFFB4}" type="presParOf" srcId="{3C58453D-759A-428C-A74C-F620A042EC88}" destId="{6BF88AC7-13BC-4687-B41B-F44C5D9199F5}" srcOrd="9" destOrd="0" presId="urn:microsoft.com/office/officeart/2005/8/layout/vProcess5"/>
    <dgm:cxn modelId="{4793E6A0-6E90-4B1B-96F5-3F766BF922A6}" type="presParOf" srcId="{3C58453D-759A-428C-A74C-F620A042EC88}" destId="{32B8A886-2224-41D8-8D59-0107C3F72AD9}" srcOrd="10" destOrd="0" presId="urn:microsoft.com/office/officeart/2005/8/layout/vProcess5"/>
    <dgm:cxn modelId="{66823526-7095-4A13-BB07-E7D5323235A0}" type="presParOf" srcId="{3C58453D-759A-428C-A74C-F620A042EC88}" destId="{DF954CF3-3671-48F5-8057-F6A61C1F8886}" srcOrd="11" destOrd="0" presId="urn:microsoft.com/office/officeart/2005/8/layout/vProcess5"/>
    <dgm:cxn modelId="{3A56C690-8BF3-4099-9C8B-CCBEE2F646A0}" type="presParOf" srcId="{3C58453D-759A-428C-A74C-F620A042EC88}" destId="{26F16F22-A08C-4A05-A0CB-B4D250493554}" srcOrd="12" destOrd="0" presId="urn:microsoft.com/office/officeart/2005/8/layout/vProcess5"/>
    <dgm:cxn modelId="{D2C23E3A-D66A-472F-8346-A4A5DAE22448}" type="presParOf" srcId="{3C58453D-759A-428C-A74C-F620A042EC88}" destId="{1DF2ED29-7B7F-4212-A1F1-8034C9EF19ED}" srcOrd="13" destOrd="0" presId="urn:microsoft.com/office/officeart/2005/8/layout/vProcess5"/>
    <dgm:cxn modelId="{EF462518-C605-4BE6-BF55-4227254DC120}" type="presParOf" srcId="{3C58453D-759A-428C-A74C-F620A042EC88}" destId="{F2458A04-6D87-4A2C-86F6-875C143F453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85F3F-2D18-4A67-84DD-3509719FD59D}">
      <dsp:nvSpPr>
        <dsp:cNvPr id="0" name=""/>
        <dsp:cNvSpPr/>
      </dsp:nvSpPr>
      <dsp:spPr>
        <a:xfrm>
          <a:off x="0" y="4356602"/>
          <a:ext cx="8128000" cy="57149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0" y="4356602"/>
        <a:ext cx="8128000" cy="571495"/>
      </dsp:txXfrm>
    </dsp:sp>
    <dsp:sp modelId="{30248F9F-D57C-4110-B1DC-42E271CF9982}">
      <dsp:nvSpPr>
        <dsp:cNvPr id="0" name=""/>
        <dsp:cNvSpPr/>
      </dsp:nvSpPr>
      <dsp:spPr>
        <a:xfrm rot="10800000">
          <a:off x="0" y="3483883"/>
          <a:ext cx="8128000" cy="878960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Démonstration</a:t>
          </a:r>
        </a:p>
      </dsp:txBody>
      <dsp:txXfrm rot="10800000">
        <a:off x="0" y="3483883"/>
        <a:ext cx="8128000" cy="571122"/>
      </dsp:txXfrm>
    </dsp:sp>
    <dsp:sp modelId="{6D0ECB82-77C9-4611-9323-F2969752D4D9}">
      <dsp:nvSpPr>
        <dsp:cNvPr id="0" name=""/>
        <dsp:cNvSpPr/>
      </dsp:nvSpPr>
      <dsp:spPr>
        <a:xfrm rot="10800000">
          <a:off x="0" y="2613495"/>
          <a:ext cx="8128000" cy="878960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Conception et </a:t>
          </a:r>
          <a:r>
            <a:rPr lang="en-US" sz="2000" b="1" kern="1200" dirty="0" err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réalisation</a:t>
          </a:r>
          <a:endParaRPr lang="en-US" sz="2000" b="1" kern="1200" dirty="0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613495"/>
        <a:ext cx="8128000" cy="571122"/>
      </dsp:txXfrm>
    </dsp:sp>
    <dsp:sp modelId="{DB2F58D2-032F-41C7-9BFD-18D09957CBA4}">
      <dsp:nvSpPr>
        <dsp:cNvPr id="0" name=""/>
        <dsp:cNvSpPr/>
      </dsp:nvSpPr>
      <dsp:spPr>
        <a:xfrm rot="10800000">
          <a:off x="0" y="1743107"/>
          <a:ext cx="8128000" cy="878960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Methodologie</a:t>
          </a:r>
          <a:r>
            <a:rPr lang="en-US" sz="2000" b="1" kern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 rot="10800000">
        <a:off x="0" y="1743107"/>
        <a:ext cx="8128000" cy="571122"/>
      </dsp:txXfrm>
    </dsp:sp>
    <dsp:sp modelId="{8B05D45B-22C7-4006-B3D4-2376D662F7BD}">
      <dsp:nvSpPr>
        <dsp:cNvPr id="0" name=""/>
        <dsp:cNvSpPr/>
      </dsp:nvSpPr>
      <dsp:spPr>
        <a:xfrm rot="10800000">
          <a:off x="0" y="872719"/>
          <a:ext cx="8128000" cy="878960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Problématique</a:t>
          </a:r>
          <a:endParaRPr lang="en-US" sz="2000" b="1" kern="1200" dirty="0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872719"/>
        <a:ext cx="8128000" cy="571122"/>
      </dsp:txXfrm>
    </dsp:sp>
    <dsp:sp modelId="{2429EC2A-A616-4A27-8EA8-E9772BCDCBB9}">
      <dsp:nvSpPr>
        <dsp:cNvPr id="0" name=""/>
        <dsp:cNvSpPr/>
      </dsp:nvSpPr>
      <dsp:spPr>
        <a:xfrm rot="10800000">
          <a:off x="0" y="14557"/>
          <a:ext cx="8128000" cy="878960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 rot="10800000">
        <a:off x="0" y="14557"/>
        <a:ext cx="8128000" cy="5711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D86A0C-14A2-4720-89F6-4D7F1F8773C0}">
      <dsp:nvSpPr>
        <dsp:cNvPr id="0" name=""/>
        <dsp:cNvSpPr/>
      </dsp:nvSpPr>
      <dsp:spPr>
        <a:xfrm rot="5400000">
          <a:off x="1696132" y="1357332"/>
          <a:ext cx="1200443" cy="13666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798C7D-B962-4C99-9F91-86A7037CB920}">
      <dsp:nvSpPr>
        <dsp:cNvPr id="0" name=""/>
        <dsp:cNvSpPr/>
      </dsp:nvSpPr>
      <dsp:spPr>
        <a:xfrm>
          <a:off x="1378087" y="26616"/>
          <a:ext cx="2020840" cy="1414523"/>
        </a:xfrm>
        <a:prstGeom prst="roundRect">
          <a:avLst>
            <a:gd name="adj" fmla="val 16670"/>
          </a:avLst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Présentation</a:t>
          </a:r>
          <a:endParaRPr lang="en-US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47151" y="95680"/>
        <a:ext cx="1882712" cy="1276395"/>
      </dsp:txXfrm>
    </dsp:sp>
    <dsp:sp modelId="{47A48ACA-E45A-45BC-9239-7918CC99B0C5}">
      <dsp:nvSpPr>
        <dsp:cNvPr id="0" name=""/>
        <dsp:cNvSpPr/>
      </dsp:nvSpPr>
      <dsp:spPr>
        <a:xfrm>
          <a:off x="3398928" y="161523"/>
          <a:ext cx="1469767" cy="114327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E75B9C-A6B1-42BB-AEB7-B390270A9B96}">
      <dsp:nvSpPr>
        <dsp:cNvPr id="0" name=""/>
        <dsp:cNvSpPr/>
      </dsp:nvSpPr>
      <dsp:spPr>
        <a:xfrm rot="5400000">
          <a:off x="3371624" y="2946309"/>
          <a:ext cx="1200443" cy="13666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72337"/>
            <a:satOff val="-2780"/>
            <a:lumOff val="977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C3962E0-636A-4A58-AED7-E6853588906D}">
      <dsp:nvSpPr>
        <dsp:cNvPr id="0" name=""/>
        <dsp:cNvSpPr/>
      </dsp:nvSpPr>
      <dsp:spPr>
        <a:xfrm>
          <a:off x="3053579" y="1615592"/>
          <a:ext cx="2020840" cy="1414523"/>
        </a:xfrm>
        <a:prstGeom prst="roundRect">
          <a:avLst>
            <a:gd name="adj" fmla="val 16670"/>
          </a:avLst>
        </a:prstGeom>
        <a:solidFill>
          <a:schemeClr val="accent5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Objectifs</a:t>
          </a:r>
          <a:endParaRPr lang="en-US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2643" y="1684656"/>
        <a:ext cx="1882712" cy="1276395"/>
      </dsp:txXfrm>
    </dsp:sp>
    <dsp:sp modelId="{5E13A156-3F29-4610-A3D0-8B3DCDEA9196}">
      <dsp:nvSpPr>
        <dsp:cNvPr id="0" name=""/>
        <dsp:cNvSpPr/>
      </dsp:nvSpPr>
      <dsp:spPr>
        <a:xfrm>
          <a:off x="5074420" y="1750499"/>
          <a:ext cx="1469767" cy="114327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FF162-8C1B-4FD1-96D2-CB203E8C4C4F}">
      <dsp:nvSpPr>
        <dsp:cNvPr id="0" name=""/>
        <dsp:cNvSpPr/>
      </dsp:nvSpPr>
      <dsp:spPr>
        <a:xfrm>
          <a:off x="4729071" y="3204569"/>
          <a:ext cx="2020840" cy="1414523"/>
        </a:xfrm>
        <a:prstGeom prst="roundRect">
          <a:avLst>
            <a:gd name="adj" fmla="val 16670"/>
          </a:avLst>
        </a:prstGeom>
        <a:solidFill>
          <a:schemeClr val="accent5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l’importance</a:t>
          </a:r>
          <a:endParaRPr lang="en-US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98135" y="3273633"/>
        <a:ext cx="1882712" cy="1276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453C96-9FC3-4D43-A65E-E5A125472EA1}">
      <dsp:nvSpPr>
        <dsp:cNvPr id="0" name=""/>
        <dsp:cNvSpPr/>
      </dsp:nvSpPr>
      <dsp:spPr>
        <a:xfrm>
          <a:off x="2601068" y="742445"/>
          <a:ext cx="4966060" cy="4966060"/>
        </a:xfrm>
        <a:prstGeom prst="blockArc">
          <a:avLst>
            <a:gd name="adj1" fmla="val 11874897"/>
            <a:gd name="adj2" fmla="val 16198427"/>
            <a:gd name="adj3" fmla="val 4640"/>
          </a:avLst>
        </a:prstGeom>
        <a:solidFill>
          <a:schemeClr val="accent6">
            <a:shade val="90000"/>
            <a:hueOff val="321387"/>
            <a:satOff val="-12653"/>
            <a:lumOff val="25183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8366FB-67E9-42B5-95B4-EB60CE8DFA54}">
      <dsp:nvSpPr>
        <dsp:cNvPr id="0" name=""/>
        <dsp:cNvSpPr/>
      </dsp:nvSpPr>
      <dsp:spPr>
        <a:xfrm>
          <a:off x="2599958" y="745870"/>
          <a:ext cx="4966060" cy="4966060"/>
        </a:xfrm>
        <a:prstGeom prst="blockArc">
          <a:avLst>
            <a:gd name="adj1" fmla="val 7560000"/>
            <a:gd name="adj2" fmla="val 11880000"/>
            <a:gd name="adj3" fmla="val 4640"/>
          </a:avLst>
        </a:prstGeom>
        <a:solidFill>
          <a:schemeClr val="accent6">
            <a:shade val="90000"/>
            <a:hueOff val="241040"/>
            <a:satOff val="-9490"/>
            <a:lumOff val="18887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4CFEE1-50F7-435D-9D41-C28AD562A5B9}">
      <dsp:nvSpPr>
        <dsp:cNvPr id="0" name=""/>
        <dsp:cNvSpPr/>
      </dsp:nvSpPr>
      <dsp:spPr>
        <a:xfrm>
          <a:off x="2599958" y="745870"/>
          <a:ext cx="4966060" cy="4966060"/>
        </a:xfrm>
        <a:prstGeom prst="blockArc">
          <a:avLst>
            <a:gd name="adj1" fmla="val 3240000"/>
            <a:gd name="adj2" fmla="val 7560000"/>
            <a:gd name="adj3" fmla="val 4640"/>
          </a:avLst>
        </a:prstGeom>
        <a:solidFill>
          <a:schemeClr val="accent6">
            <a:shade val="90000"/>
            <a:hueOff val="160693"/>
            <a:satOff val="-6326"/>
            <a:lumOff val="12592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706D69-6B99-47DF-BBA8-591020DD7AA0}">
      <dsp:nvSpPr>
        <dsp:cNvPr id="0" name=""/>
        <dsp:cNvSpPr/>
      </dsp:nvSpPr>
      <dsp:spPr>
        <a:xfrm>
          <a:off x="2552234" y="781825"/>
          <a:ext cx="5061508" cy="4966060"/>
        </a:xfrm>
        <a:prstGeom prst="blockArc">
          <a:avLst>
            <a:gd name="adj1" fmla="val 20520000"/>
            <a:gd name="adj2" fmla="val 3240000"/>
            <a:gd name="adj3" fmla="val 4640"/>
          </a:avLst>
        </a:prstGeom>
        <a:solidFill>
          <a:schemeClr val="accent6">
            <a:shade val="90000"/>
            <a:hueOff val="80347"/>
            <a:satOff val="-3163"/>
            <a:lumOff val="629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AB3454-CBF1-4582-9EF4-47E51CC739C5}">
      <dsp:nvSpPr>
        <dsp:cNvPr id="0" name=""/>
        <dsp:cNvSpPr/>
      </dsp:nvSpPr>
      <dsp:spPr>
        <a:xfrm>
          <a:off x="2598848" y="742445"/>
          <a:ext cx="4966060" cy="4966060"/>
        </a:xfrm>
        <a:prstGeom prst="blockArc">
          <a:avLst>
            <a:gd name="adj1" fmla="val 16201573"/>
            <a:gd name="adj2" fmla="val 20525103"/>
            <a:gd name="adj3" fmla="val 464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F427FD-2CBB-4D09-A866-E07B241E85AD}">
      <dsp:nvSpPr>
        <dsp:cNvPr id="0" name=""/>
        <dsp:cNvSpPr/>
      </dsp:nvSpPr>
      <dsp:spPr>
        <a:xfrm>
          <a:off x="3940060" y="2085973"/>
          <a:ext cx="2285855" cy="2285855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Présentation</a:t>
          </a:r>
          <a:endParaRPr lang="en-US" sz="2300" kern="1200" dirty="0"/>
        </a:p>
      </dsp:txBody>
      <dsp:txXfrm>
        <a:off x="4274816" y="2420729"/>
        <a:ext cx="1616343" cy="1616343"/>
      </dsp:txXfrm>
    </dsp:sp>
    <dsp:sp modelId="{87BA1FA1-B49A-4524-B63A-430B0A10658B}">
      <dsp:nvSpPr>
        <dsp:cNvPr id="0" name=""/>
        <dsp:cNvSpPr/>
      </dsp:nvSpPr>
      <dsp:spPr>
        <a:xfrm>
          <a:off x="3768491" y="0"/>
          <a:ext cx="2628994" cy="1600098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noProof="0" dirty="0">
              <a:latin typeface="Californian FB" panose="0207040306080B030204" pitchFamily="18" charset="0"/>
            </a:rPr>
            <a:t>Contexte : Système </a:t>
          </a:r>
          <a:r>
            <a:rPr lang="fr-BE" sz="1600" b="1" kern="1200" noProof="0" dirty="0" err="1">
              <a:latin typeface="Californian FB" panose="0207040306080B030204" pitchFamily="18" charset="0"/>
            </a:rPr>
            <a:t>reporting</a:t>
          </a:r>
          <a:r>
            <a:rPr lang="fr-BE" sz="1600" b="1" kern="1200" noProof="0" dirty="0">
              <a:latin typeface="Californian FB" panose="0207040306080B030204" pitchFamily="18" charset="0"/>
            </a:rPr>
            <a:t> audit et </a:t>
          </a:r>
          <a:r>
            <a:rPr lang="fr-BE" sz="1600" b="1" kern="1200" noProof="0" dirty="0" err="1">
              <a:latin typeface="Californian FB" panose="0207040306080B030204" pitchFamily="18" charset="0"/>
            </a:rPr>
            <a:t>adminnistration</a:t>
          </a:r>
          <a:r>
            <a:rPr lang="fr-BE" sz="1600" b="1" kern="1200" noProof="0" dirty="0">
              <a:latin typeface="Californian FB" panose="0207040306080B030204" pitchFamily="18" charset="0"/>
            </a:rPr>
            <a:t> </a:t>
          </a:r>
        </a:p>
      </dsp:txBody>
      <dsp:txXfrm>
        <a:off x="4153498" y="234329"/>
        <a:ext cx="1858980" cy="1131440"/>
      </dsp:txXfrm>
    </dsp:sp>
    <dsp:sp modelId="{62B8D817-C3F8-4443-AB55-16D334F81143}">
      <dsp:nvSpPr>
        <dsp:cNvPr id="0" name=""/>
        <dsp:cNvSpPr/>
      </dsp:nvSpPr>
      <dsp:spPr>
        <a:xfrm>
          <a:off x="6253980" y="1679353"/>
          <a:ext cx="2271452" cy="1600098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80320"/>
                <a:satOff val="-3227"/>
                <a:lumOff val="69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80320"/>
                <a:satOff val="-3227"/>
                <a:lumOff val="69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80320"/>
                <a:satOff val="-3227"/>
                <a:lumOff val="69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Intégration des opérations financières de base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6586626" y="1913682"/>
        <a:ext cx="1606160" cy="1131440"/>
      </dsp:txXfrm>
    </dsp:sp>
    <dsp:sp modelId="{361C48D3-9AFC-4D74-AF69-F73223B4C067}">
      <dsp:nvSpPr>
        <dsp:cNvPr id="0" name=""/>
        <dsp:cNvSpPr/>
      </dsp:nvSpPr>
      <dsp:spPr>
        <a:xfrm>
          <a:off x="5372892" y="4391063"/>
          <a:ext cx="2271452" cy="1600098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160640"/>
                <a:satOff val="-6455"/>
                <a:lumOff val="138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160640"/>
                <a:satOff val="-6455"/>
                <a:lumOff val="138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160640"/>
                <a:satOff val="-6455"/>
                <a:lumOff val="138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latin typeface="Californian FB" panose="0207040306080B030204" pitchFamily="18" charset="0"/>
            </a:rPr>
            <a:t>Ajout</a:t>
          </a:r>
          <a:r>
            <a:rPr lang="en-US" sz="1600" b="1" kern="1200" dirty="0">
              <a:latin typeface="Californian FB" panose="0207040306080B030204" pitchFamily="18" charset="0"/>
            </a:rPr>
            <a:t> d’un </a:t>
          </a:r>
          <a:r>
            <a:rPr lang="en-US" sz="1600" b="1" kern="1200" dirty="0" err="1">
              <a:latin typeface="Californian FB" panose="0207040306080B030204" pitchFamily="18" charset="0"/>
            </a:rPr>
            <a:t>système</a:t>
          </a:r>
          <a:r>
            <a:rPr lang="en-US" sz="1600" b="1" kern="1200" dirty="0">
              <a:latin typeface="Californian FB" panose="0207040306080B030204" pitchFamily="18" charset="0"/>
            </a:rPr>
            <a:t> de reporting</a:t>
          </a:r>
        </a:p>
      </dsp:txBody>
      <dsp:txXfrm>
        <a:off x="5705538" y="4625392"/>
        <a:ext cx="1606160" cy="1131440"/>
      </dsp:txXfrm>
    </dsp:sp>
    <dsp:sp modelId="{1125628D-64C0-4904-993D-E752AB818053}">
      <dsp:nvSpPr>
        <dsp:cNvPr id="0" name=""/>
        <dsp:cNvSpPr/>
      </dsp:nvSpPr>
      <dsp:spPr>
        <a:xfrm>
          <a:off x="2521632" y="4391063"/>
          <a:ext cx="2271452" cy="1600098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240960"/>
                <a:satOff val="-9682"/>
                <a:lumOff val="207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240960"/>
                <a:satOff val="-9682"/>
                <a:lumOff val="207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240960"/>
                <a:satOff val="-9682"/>
                <a:lumOff val="207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1600" b="1" kern="1200" dirty="0" err="1">
              <a:latin typeface="Californian FB" panose="0207040306080B030204" pitchFamily="18" charset="0"/>
            </a:rPr>
            <a:t>Ajout</a:t>
          </a:r>
          <a:r>
            <a:rPr lang="en-US" sz="1600" b="1" kern="1200" dirty="0">
              <a:latin typeface="Californian FB" panose="0207040306080B030204" pitchFamily="18" charset="0"/>
            </a:rPr>
            <a:t> d’un </a:t>
          </a:r>
          <a:r>
            <a:rPr lang="en-US" sz="1600" b="1" kern="1200" dirty="0" err="1">
              <a:latin typeface="Californian FB" panose="0207040306080B030204" pitchFamily="18" charset="0"/>
            </a:rPr>
            <a:t>système</a:t>
          </a:r>
          <a:r>
            <a:rPr lang="en-US" sz="1600" b="1" kern="1200" dirty="0">
              <a:latin typeface="Californian FB" panose="0207040306080B030204" pitchFamily="18" charset="0"/>
            </a:rPr>
            <a:t> </a:t>
          </a:r>
          <a:r>
            <a:rPr lang="en-US" sz="1600" b="1" kern="1200" dirty="0" err="1">
              <a:latin typeface="Californian FB" panose="0207040306080B030204" pitchFamily="18" charset="0"/>
            </a:rPr>
            <a:t>d’audit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2854278" y="4625392"/>
        <a:ext cx="1606160" cy="1131440"/>
      </dsp:txXfrm>
    </dsp:sp>
    <dsp:sp modelId="{8B3E301A-5F10-4CB7-8EB1-272DEBC0D195}">
      <dsp:nvSpPr>
        <dsp:cNvPr id="0" name=""/>
        <dsp:cNvSpPr/>
      </dsp:nvSpPr>
      <dsp:spPr>
        <a:xfrm>
          <a:off x="1640544" y="1679353"/>
          <a:ext cx="2271452" cy="1600098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321280"/>
                <a:satOff val="-12909"/>
                <a:lumOff val="27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321280"/>
                <a:satOff val="-12909"/>
                <a:lumOff val="27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321280"/>
                <a:satOff val="-12909"/>
                <a:lumOff val="27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latin typeface="Californian FB" panose="0207040306080B030204" pitchFamily="18" charset="0"/>
            </a:rPr>
            <a:t>Ajout</a:t>
          </a:r>
          <a:r>
            <a:rPr lang="en-US" sz="1600" b="1" kern="1200" dirty="0">
              <a:latin typeface="Californian FB" panose="0207040306080B030204" pitchFamily="18" charset="0"/>
            </a:rPr>
            <a:t> d’un </a:t>
          </a:r>
          <a:r>
            <a:rPr lang="en-US" sz="1600" b="1" kern="1200" dirty="0" err="1">
              <a:latin typeface="Californian FB" panose="0207040306080B030204" pitchFamily="18" charset="0"/>
            </a:rPr>
            <a:t>système</a:t>
          </a:r>
          <a:r>
            <a:rPr lang="en-US" sz="1600" b="1" kern="1200" dirty="0">
              <a:latin typeface="Californian FB" panose="0207040306080B030204" pitchFamily="18" charset="0"/>
            </a:rPr>
            <a:t> </a:t>
          </a:r>
          <a:r>
            <a:rPr lang="en-US" sz="1600" b="1" kern="1200" dirty="0" err="1">
              <a:latin typeface="Californian FB" panose="0207040306080B030204" pitchFamily="18" charset="0"/>
            </a:rPr>
            <a:t>d’administration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1973190" y="1913682"/>
        <a:ext cx="1606160" cy="11314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FEB76-24F2-46D0-8868-922D27AC9670}">
      <dsp:nvSpPr>
        <dsp:cNvPr id="0" name=""/>
        <dsp:cNvSpPr/>
      </dsp:nvSpPr>
      <dsp:spPr>
        <a:xfrm>
          <a:off x="2357773" y="470353"/>
          <a:ext cx="6074434" cy="4477959"/>
        </a:xfrm>
        <a:prstGeom prst="blockArc">
          <a:avLst>
            <a:gd name="adj1" fmla="val 12603215"/>
            <a:gd name="adj2" fmla="val 16201609"/>
            <a:gd name="adj3" fmla="val 4531"/>
          </a:avLst>
        </a:prstGeom>
        <a:solidFill>
          <a:schemeClr val="accent1">
            <a:shade val="90000"/>
            <a:hueOff val="138475"/>
            <a:satOff val="-2957"/>
            <a:lumOff val="1103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350BAA-BB3C-4B18-B6E5-C4CE0A7F1936}">
      <dsp:nvSpPr>
        <dsp:cNvPr id="0" name=""/>
        <dsp:cNvSpPr/>
      </dsp:nvSpPr>
      <dsp:spPr>
        <a:xfrm>
          <a:off x="2355091" y="474974"/>
          <a:ext cx="6074434" cy="4477959"/>
        </a:xfrm>
        <a:prstGeom prst="blockArc">
          <a:avLst>
            <a:gd name="adj1" fmla="val 8987870"/>
            <a:gd name="adj2" fmla="val 12612183"/>
            <a:gd name="adj3" fmla="val 4531"/>
          </a:avLst>
        </a:prstGeom>
        <a:solidFill>
          <a:schemeClr val="accent1">
            <a:shade val="90000"/>
            <a:hueOff val="276951"/>
            <a:satOff val="-5914"/>
            <a:lumOff val="22073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7A8C92-C892-42C2-9472-8456659780C9}">
      <dsp:nvSpPr>
        <dsp:cNvPr id="0" name=""/>
        <dsp:cNvSpPr/>
      </dsp:nvSpPr>
      <dsp:spPr>
        <a:xfrm>
          <a:off x="2326404" y="427196"/>
          <a:ext cx="6074434" cy="4477959"/>
        </a:xfrm>
        <a:prstGeom prst="blockArc">
          <a:avLst>
            <a:gd name="adj1" fmla="val 5345737"/>
            <a:gd name="adj2" fmla="val 8894334"/>
            <a:gd name="adj3" fmla="val 4531"/>
          </a:avLst>
        </a:prstGeom>
        <a:solidFill>
          <a:schemeClr val="accent1">
            <a:shade val="90000"/>
            <a:hueOff val="415426"/>
            <a:satOff val="-8871"/>
            <a:lumOff val="33109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6947BF-037D-44BA-B4AB-17A3252EFBF9}">
      <dsp:nvSpPr>
        <dsp:cNvPr id="0" name=""/>
        <dsp:cNvSpPr/>
      </dsp:nvSpPr>
      <dsp:spPr>
        <a:xfrm>
          <a:off x="2345407" y="426985"/>
          <a:ext cx="6074434" cy="4477959"/>
        </a:xfrm>
        <a:prstGeom prst="blockArc">
          <a:avLst>
            <a:gd name="adj1" fmla="val 1803098"/>
            <a:gd name="adj2" fmla="val 5377632"/>
            <a:gd name="adj3" fmla="val 4531"/>
          </a:avLst>
        </a:prstGeom>
        <a:solidFill>
          <a:schemeClr val="accent1">
            <a:shade val="90000"/>
            <a:hueOff val="276951"/>
            <a:satOff val="-5914"/>
            <a:lumOff val="22073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5A8572-B84E-4C54-812F-A2DEA401EFBF}">
      <dsp:nvSpPr>
        <dsp:cNvPr id="0" name=""/>
        <dsp:cNvSpPr/>
      </dsp:nvSpPr>
      <dsp:spPr>
        <a:xfrm>
          <a:off x="2358734" y="428583"/>
          <a:ext cx="6074434" cy="4477959"/>
        </a:xfrm>
        <a:prstGeom prst="blockArc">
          <a:avLst>
            <a:gd name="adj1" fmla="val 19799989"/>
            <a:gd name="adj2" fmla="val 1799999"/>
            <a:gd name="adj3" fmla="val 4531"/>
          </a:avLst>
        </a:prstGeom>
        <a:solidFill>
          <a:schemeClr val="accent1">
            <a:shade val="90000"/>
            <a:hueOff val="138475"/>
            <a:satOff val="-2957"/>
            <a:lumOff val="1103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F53B08-FD55-4DF9-8A6C-42CB42774557}">
      <dsp:nvSpPr>
        <dsp:cNvPr id="0" name=""/>
        <dsp:cNvSpPr/>
      </dsp:nvSpPr>
      <dsp:spPr>
        <a:xfrm>
          <a:off x="2369247" y="470326"/>
          <a:ext cx="6074434" cy="4477959"/>
        </a:xfrm>
        <a:prstGeom prst="blockArc">
          <a:avLst>
            <a:gd name="adj1" fmla="val 16182351"/>
            <a:gd name="adj2" fmla="val 19718524"/>
            <a:gd name="adj3" fmla="val 4531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F9149A-E45E-4F30-B920-CCC4AF37EAA5}">
      <dsp:nvSpPr>
        <dsp:cNvPr id="0" name=""/>
        <dsp:cNvSpPr/>
      </dsp:nvSpPr>
      <dsp:spPr>
        <a:xfrm>
          <a:off x="4235930" y="1702873"/>
          <a:ext cx="2291544" cy="2012920"/>
        </a:xfrm>
        <a:prstGeom prst="ellipse">
          <a:avLst/>
        </a:prstGeom>
        <a:gradFill rotWithShape="0">
          <a:gsLst>
            <a:gs pos="0">
              <a:schemeClr val="accent1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Objectifs</a:t>
          </a:r>
          <a:endParaRPr lang="en-US" sz="3200" kern="1200" dirty="0"/>
        </a:p>
      </dsp:txBody>
      <dsp:txXfrm>
        <a:off x="4571519" y="1997658"/>
        <a:ext cx="1620366" cy="1423350"/>
      </dsp:txXfrm>
    </dsp:sp>
    <dsp:sp modelId="{6BF0902A-17DC-41C9-8EAF-1C3C1AF592B8}">
      <dsp:nvSpPr>
        <dsp:cNvPr id="0" name=""/>
        <dsp:cNvSpPr/>
      </dsp:nvSpPr>
      <dsp:spPr>
        <a:xfrm>
          <a:off x="4483301" y="-48569"/>
          <a:ext cx="1825297" cy="1419331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Répondre aux limites des Système  classiques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4750610" y="159287"/>
        <a:ext cx="1290679" cy="1003619"/>
      </dsp:txXfrm>
    </dsp:sp>
    <dsp:sp modelId="{7AAC5601-0F58-4422-AFDD-E5FCC5402181}">
      <dsp:nvSpPr>
        <dsp:cNvPr id="0" name=""/>
        <dsp:cNvSpPr/>
      </dsp:nvSpPr>
      <dsp:spPr>
        <a:xfrm>
          <a:off x="6242873" y="933773"/>
          <a:ext cx="1825297" cy="1419331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134164"/>
                <a:satOff val="-3267"/>
                <a:lumOff val="142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34164"/>
                <a:satOff val="-3267"/>
                <a:lumOff val="142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34164"/>
                <a:satOff val="-3267"/>
                <a:lumOff val="142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Mieux gérer les utilisateurs et les rôles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6510182" y="1141629"/>
        <a:ext cx="1290679" cy="1003619"/>
      </dsp:txXfrm>
    </dsp:sp>
    <dsp:sp modelId="{64996E54-74DD-41F2-BA9E-B448B6D74291}">
      <dsp:nvSpPr>
        <dsp:cNvPr id="0" name=""/>
        <dsp:cNvSpPr/>
      </dsp:nvSpPr>
      <dsp:spPr>
        <a:xfrm>
          <a:off x="6242877" y="2982015"/>
          <a:ext cx="1825297" cy="1419331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268329"/>
                <a:satOff val="-6535"/>
                <a:lumOff val="285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68329"/>
                <a:satOff val="-6535"/>
                <a:lumOff val="285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68329"/>
                <a:satOff val="-6535"/>
                <a:lumOff val="285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FR" sz="1600" b="1" kern="1200" noProof="0" dirty="0">
              <a:latin typeface="Californian FB" panose="0207040306080B030204" pitchFamily="18" charset="0"/>
            </a:rPr>
            <a:t>Sécuriser</a:t>
          </a:r>
          <a:r>
            <a:rPr lang="en-US" sz="1600" b="1" kern="1200" dirty="0">
              <a:latin typeface="Californian FB" panose="0207040306080B030204" pitchFamily="18" charset="0"/>
            </a:rPr>
            <a:t> les transactions </a:t>
          </a:r>
          <a:r>
            <a:rPr lang="en-US" sz="1600" b="1" kern="1200" dirty="0" err="1">
              <a:latin typeface="Californian FB" panose="0207040306080B030204" pitchFamily="18" charset="0"/>
            </a:rPr>
            <a:t>financières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6510186" y="3189871"/>
        <a:ext cx="1290679" cy="1003619"/>
      </dsp:txXfrm>
    </dsp:sp>
    <dsp:sp modelId="{39C5A2CC-72FF-45D9-BC4A-D56FCA81CD85}">
      <dsp:nvSpPr>
        <dsp:cNvPr id="0" name=""/>
        <dsp:cNvSpPr/>
      </dsp:nvSpPr>
      <dsp:spPr>
        <a:xfrm>
          <a:off x="4571582" y="4004492"/>
          <a:ext cx="1648738" cy="1419331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402493"/>
                <a:satOff val="-9802"/>
                <a:lumOff val="428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02493"/>
                <a:satOff val="-9802"/>
                <a:lumOff val="428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02493"/>
                <a:satOff val="-9802"/>
                <a:lumOff val="428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Renforcer la traçabilité des actions sensibles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4813034" y="4212348"/>
        <a:ext cx="1165834" cy="1003619"/>
      </dsp:txXfrm>
    </dsp:sp>
    <dsp:sp modelId="{3AF03E2E-BDEA-4AB3-A9E6-9B7F442EA8B4}">
      <dsp:nvSpPr>
        <dsp:cNvPr id="0" name=""/>
        <dsp:cNvSpPr/>
      </dsp:nvSpPr>
      <dsp:spPr>
        <a:xfrm>
          <a:off x="2709459" y="3034659"/>
          <a:ext cx="1825297" cy="1419331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268329"/>
                <a:satOff val="-6535"/>
                <a:lumOff val="285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68329"/>
                <a:satOff val="-6535"/>
                <a:lumOff val="285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68329"/>
                <a:satOff val="-6535"/>
                <a:lumOff val="285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Produire des rapports administratifs et financiers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2976768" y="3242515"/>
        <a:ext cx="1290679" cy="1003619"/>
      </dsp:txXfrm>
    </dsp:sp>
    <dsp:sp modelId="{7D0707E8-10FC-47AD-8808-FBAE1CFFF34D}">
      <dsp:nvSpPr>
        <dsp:cNvPr id="0" name=""/>
        <dsp:cNvSpPr/>
      </dsp:nvSpPr>
      <dsp:spPr>
        <a:xfrm>
          <a:off x="2709475" y="973890"/>
          <a:ext cx="1825297" cy="1419331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134164"/>
                <a:satOff val="-3267"/>
                <a:lumOff val="142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34164"/>
                <a:satOff val="-3267"/>
                <a:lumOff val="142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34164"/>
                <a:satOff val="-3267"/>
                <a:lumOff val="142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noProof="0" dirty="0">
              <a:latin typeface="Californian FB" panose="0207040306080B030204" pitchFamily="18" charset="0"/>
            </a:rPr>
            <a:t>Améliorer le contrôle global de la système </a:t>
          </a:r>
        </a:p>
      </dsp:txBody>
      <dsp:txXfrm>
        <a:off x="2976784" y="1181746"/>
        <a:ext cx="1290679" cy="10036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060EF-E484-4614-9CA8-0211BD0EE40C}">
      <dsp:nvSpPr>
        <dsp:cNvPr id="0" name=""/>
        <dsp:cNvSpPr/>
      </dsp:nvSpPr>
      <dsp:spPr>
        <a:xfrm>
          <a:off x="1833742" y="687108"/>
          <a:ext cx="4460515" cy="4460515"/>
        </a:xfrm>
        <a:prstGeom prst="blockArc">
          <a:avLst>
            <a:gd name="adj1" fmla="val 11880000"/>
            <a:gd name="adj2" fmla="val 16200000"/>
            <a:gd name="adj3" fmla="val 4637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E87C54-009A-487A-AF77-94DB059652AA}">
      <dsp:nvSpPr>
        <dsp:cNvPr id="0" name=""/>
        <dsp:cNvSpPr/>
      </dsp:nvSpPr>
      <dsp:spPr>
        <a:xfrm>
          <a:off x="1833742" y="687108"/>
          <a:ext cx="4460515" cy="4460515"/>
        </a:xfrm>
        <a:prstGeom prst="blockArc">
          <a:avLst>
            <a:gd name="adj1" fmla="val 7560000"/>
            <a:gd name="adj2" fmla="val 11880000"/>
            <a:gd name="adj3" fmla="val 4637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D08C80-5DBA-4E42-80E3-EA091B335B4D}">
      <dsp:nvSpPr>
        <dsp:cNvPr id="0" name=""/>
        <dsp:cNvSpPr/>
      </dsp:nvSpPr>
      <dsp:spPr>
        <a:xfrm>
          <a:off x="1833742" y="687108"/>
          <a:ext cx="4460515" cy="4460515"/>
        </a:xfrm>
        <a:prstGeom prst="blockArc">
          <a:avLst>
            <a:gd name="adj1" fmla="val 3240000"/>
            <a:gd name="adj2" fmla="val 7560000"/>
            <a:gd name="adj3" fmla="val 4637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CBA41D-81C8-4FC1-A2ED-13C985475D41}">
      <dsp:nvSpPr>
        <dsp:cNvPr id="0" name=""/>
        <dsp:cNvSpPr/>
      </dsp:nvSpPr>
      <dsp:spPr>
        <a:xfrm>
          <a:off x="1833742" y="687108"/>
          <a:ext cx="4460515" cy="4460515"/>
        </a:xfrm>
        <a:prstGeom prst="blockArc">
          <a:avLst>
            <a:gd name="adj1" fmla="val 20520000"/>
            <a:gd name="adj2" fmla="val 3240000"/>
            <a:gd name="adj3" fmla="val 4637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9F348F-58CF-463E-94D1-6D08610CD25C}">
      <dsp:nvSpPr>
        <dsp:cNvPr id="0" name=""/>
        <dsp:cNvSpPr/>
      </dsp:nvSpPr>
      <dsp:spPr>
        <a:xfrm>
          <a:off x="1833742" y="687108"/>
          <a:ext cx="4460515" cy="4460515"/>
        </a:xfrm>
        <a:prstGeom prst="blockArc">
          <a:avLst>
            <a:gd name="adj1" fmla="val 16200000"/>
            <a:gd name="adj2" fmla="val 20520000"/>
            <a:gd name="adj3" fmla="val 4637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35C76C-9398-4C38-A72D-12BBEF0A3045}">
      <dsp:nvSpPr>
        <dsp:cNvPr id="0" name=""/>
        <dsp:cNvSpPr/>
      </dsp:nvSpPr>
      <dsp:spPr>
        <a:xfrm>
          <a:off x="3038078" y="1891444"/>
          <a:ext cx="2051843" cy="2051843"/>
        </a:xfrm>
        <a:prstGeom prst="ellipse">
          <a:avLst/>
        </a:prstGeom>
        <a:gradFill rotWithShape="0">
          <a:gsLst>
            <a:gs pos="0">
              <a:schemeClr val="accent2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L’importance</a:t>
          </a:r>
          <a:endParaRPr lang="en-US" sz="2000" kern="1200" dirty="0"/>
        </a:p>
      </dsp:txBody>
      <dsp:txXfrm>
        <a:off x="3338563" y="2191929"/>
        <a:ext cx="1450873" cy="1450873"/>
      </dsp:txXfrm>
    </dsp:sp>
    <dsp:sp modelId="{38049E81-8DB9-4234-81DC-5B6715D7147A}">
      <dsp:nvSpPr>
        <dsp:cNvPr id="0" name=""/>
        <dsp:cNvSpPr/>
      </dsp:nvSpPr>
      <dsp:spPr>
        <a:xfrm>
          <a:off x="3012771" y="-195793"/>
          <a:ext cx="2102456" cy="1869217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Renforcer la sécurité de la plateforme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3320669" y="77947"/>
        <a:ext cx="1486660" cy="1321737"/>
      </dsp:txXfrm>
    </dsp:sp>
    <dsp:sp modelId="{096A741D-D969-4B50-8711-FC2B5FE04F4E}">
      <dsp:nvSpPr>
        <dsp:cNvPr id="0" name=""/>
        <dsp:cNvSpPr/>
      </dsp:nvSpPr>
      <dsp:spPr>
        <a:xfrm>
          <a:off x="5084697" y="1309548"/>
          <a:ext cx="2102456" cy="1869217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-236469"/>
                <a:satOff val="3113"/>
                <a:lumOff val="186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-236469"/>
                <a:satOff val="3113"/>
                <a:lumOff val="186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-236469"/>
                <a:satOff val="3113"/>
                <a:lumOff val="186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Faciliter le suivi et la supervision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5392595" y="1583288"/>
        <a:ext cx="1486660" cy="1321737"/>
      </dsp:txXfrm>
    </dsp:sp>
    <dsp:sp modelId="{42EECE8D-C9D5-4A40-977E-6A0C9CC69D75}">
      <dsp:nvSpPr>
        <dsp:cNvPr id="0" name=""/>
        <dsp:cNvSpPr/>
      </dsp:nvSpPr>
      <dsp:spPr>
        <a:xfrm>
          <a:off x="4293292" y="3745243"/>
          <a:ext cx="2102456" cy="1869217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-472938"/>
                <a:satOff val="6226"/>
                <a:lumOff val="37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-472938"/>
                <a:satOff val="6226"/>
                <a:lumOff val="37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-472938"/>
                <a:satOff val="6226"/>
                <a:lumOff val="37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Aider à la prise de décision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4601190" y="4018983"/>
        <a:ext cx="1486660" cy="1321737"/>
      </dsp:txXfrm>
    </dsp:sp>
    <dsp:sp modelId="{3D560580-CA1C-46A0-9F32-F2350EEAA807}">
      <dsp:nvSpPr>
        <dsp:cNvPr id="0" name=""/>
        <dsp:cNvSpPr/>
      </dsp:nvSpPr>
      <dsp:spPr>
        <a:xfrm>
          <a:off x="1732251" y="3745243"/>
          <a:ext cx="2102456" cy="1869217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-472938"/>
                <a:satOff val="6226"/>
                <a:lumOff val="37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-472938"/>
                <a:satOff val="6226"/>
                <a:lumOff val="37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-472938"/>
                <a:satOff val="6226"/>
                <a:lumOff val="37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BE" sz="1600" b="1" kern="1200" dirty="0">
              <a:latin typeface="Californian FB" panose="0207040306080B030204" pitchFamily="18" charset="0"/>
            </a:rPr>
            <a:t>Répondre aux besoins réels d’un environnement Fintech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2040149" y="4018983"/>
        <a:ext cx="1486660" cy="1321737"/>
      </dsp:txXfrm>
    </dsp:sp>
    <dsp:sp modelId="{BA13046C-5C1D-4B6E-AB74-E4D46766214B}">
      <dsp:nvSpPr>
        <dsp:cNvPr id="0" name=""/>
        <dsp:cNvSpPr/>
      </dsp:nvSpPr>
      <dsp:spPr>
        <a:xfrm>
          <a:off x="940846" y="1309548"/>
          <a:ext cx="2102456" cy="1869217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-236469"/>
                <a:satOff val="3113"/>
                <a:lumOff val="186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-236469"/>
                <a:satOff val="3113"/>
                <a:lumOff val="186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-236469"/>
                <a:satOff val="3113"/>
                <a:lumOff val="186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1600" b="1" kern="1200" dirty="0" err="1">
              <a:latin typeface="Californian FB" panose="0207040306080B030204" pitchFamily="18" charset="0"/>
            </a:rPr>
            <a:t>Améliorer</a:t>
          </a:r>
          <a:r>
            <a:rPr lang="en-US" sz="1600" b="1" kern="1200" dirty="0">
              <a:latin typeface="Californian FB" panose="0207040306080B030204" pitchFamily="18" charset="0"/>
            </a:rPr>
            <a:t> la transparence des </a:t>
          </a:r>
          <a:r>
            <a:rPr lang="en-US" sz="1600" b="1" kern="1200" dirty="0" err="1">
              <a:latin typeface="Californian FB" panose="0207040306080B030204" pitchFamily="18" charset="0"/>
            </a:rPr>
            <a:t>opérations</a:t>
          </a:r>
          <a:endParaRPr lang="en-US" sz="1600" b="1" kern="1200" dirty="0">
            <a:latin typeface="Californian FB" panose="0207040306080B030204" pitchFamily="18" charset="0"/>
          </a:endParaRPr>
        </a:p>
      </dsp:txBody>
      <dsp:txXfrm>
        <a:off x="1248744" y="1583288"/>
        <a:ext cx="1486660" cy="13217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45CFF-421F-4911-905A-2AEF8C73F027}">
      <dsp:nvSpPr>
        <dsp:cNvPr id="0" name=""/>
        <dsp:cNvSpPr/>
      </dsp:nvSpPr>
      <dsp:spPr>
        <a:xfrm>
          <a:off x="3122127" y="0"/>
          <a:ext cx="2608149" cy="260854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39233D-DF6D-4A90-9195-D2F9381D674D}">
      <dsp:nvSpPr>
        <dsp:cNvPr id="0" name=""/>
        <dsp:cNvSpPr/>
      </dsp:nvSpPr>
      <dsp:spPr>
        <a:xfrm>
          <a:off x="3698614" y="941764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Revue des travaux existants</a:t>
          </a:r>
        </a:p>
      </dsp:txBody>
      <dsp:txXfrm>
        <a:off x="3698614" y="941764"/>
        <a:ext cx="1449298" cy="724475"/>
      </dsp:txXfrm>
    </dsp:sp>
    <dsp:sp modelId="{96892AC5-964B-4547-B0DF-E1F0D2D0ECA3}">
      <dsp:nvSpPr>
        <dsp:cNvPr id="0" name=""/>
        <dsp:cNvSpPr/>
      </dsp:nvSpPr>
      <dsp:spPr>
        <a:xfrm>
          <a:off x="2397723" y="1498803"/>
          <a:ext cx="2608149" cy="260854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3D2CCF-7C66-4026-8CAF-9B10EC45B9A0}">
      <dsp:nvSpPr>
        <dsp:cNvPr id="0" name=""/>
        <dsp:cNvSpPr/>
      </dsp:nvSpPr>
      <dsp:spPr>
        <a:xfrm>
          <a:off x="2977148" y="2449237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Solutions </a:t>
          </a:r>
          <a:r>
            <a:rPr lang="fr-FR" sz="1600" kern="1200" noProof="0" dirty="0"/>
            <a:t>existantes</a:t>
          </a:r>
          <a:r>
            <a:rPr lang="en-US" sz="1600" kern="1200" dirty="0"/>
            <a:t> et </a:t>
          </a:r>
          <a:r>
            <a:rPr lang="en-US" sz="1600" kern="1200" dirty="0" err="1"/>
            <a:t>limites</a:t>
          </a:r>
          <a:endParaRPr lang="en-US" sz="1600" kern="1200" dirty="0"/>
        </a:p>
      </dsp:txBody>
      <dsp:txXfrm>
        <a:off x="2977148" y="2449237"/>
        <a:ext cx="1449298" cy="724475"/>
      </dsp:txXfrm>
    </dsp:sp>
    <dsp:sp modelId="{06B73131-CCE4-48EF-B9A3-D3C7671E4BAD}">
      <dsp:nvSpPr>
        <dsp:cNvPr id="0" name=""/>
        <dsp:cNvSpPr/>
      </dsp:nvSpPr>
      <dsp:spPr>
        <a:xfrm>
          <a:off x="3307759" y="3176964"/>
          <a:ext cx="2240804" cy="224170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862A14-CEA7-41DA-A701-5D8AB57CBE6B}">
      <dsp:nvSpPr>
        <dsp:cNvPr id="0" name=""/>
        <dsp:cNvSpPr/>
      </dsp:nvSpPr>
      <dsp:spPr>
        <a:xfrm>
          <a:off x="3702042" y="3958878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Identification des lacunes ou des opportunités</a:t>
          </a:r>
          <a:endParaRPr lang="en-US" sz="1600" kern="1200"/>
        </a:p>
      </dsp:txBody>
      <dsp:txXfrm>
        <a:off x="3702042" y="3958878"/>
        <a:ext cx="1449298" cy="7244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4F70D-0B94-4F93-9EAE-77384615434B}">
      <dsp:nvSpPr>
        <dsp:cNvPr id="0" name=""/>
        <dsp:cNvSpPr/>
      </dsp:nvSpPr>
      <dsp:spPr>
        <a:xfrm>
          <a:off x="61758" y="2326158"/>
          <a:ext cx="3614636" cy="13476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Revue des travaux </a:t>
          </a:r>
          <a:r>
            <a:rPr lang="en-US" sz="2600" kern="1200" dirty="0" err="1"/>
            <a:t>existants</a:t>
          </a:r>
          <a:endParaRPr lang="en-US" sz="2600" kern="1200" dirty="0"/>
        </a:p>
      </dsp:txBody>
      <dsp:txXfrm>
        <a:off x="101229" y="2365629"/>
        <a:ext cx="3535694" cy="1268706"/>
      </dsp:txXfrm>
    </dsp:sp>
    <dsp:sp modelId="{DA9AD0DE-CCB4-4875-B417-0BAA3F3CF6C8}">
      <dsp:nvSpPr>
        <dsp:cNvPr id="0" name=""/>
        <dsp:cNvSpPr/>
      </dsp:nvSpPr>
      <dsp:spPr>
        <a:xfrm rot="17700450">
          <a:off x="2940288" y="1824145"/>
          <a:ext cx="255033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550331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151696" y="1780602"/>
        <a:ext cx="127516" cy="127516"/>
      </dsp:txXfrm>
    </dsp:sp>
    <dsp:sp modelId="{FBE4C144-C565-4AAD-945E-7A19817EFF98}">
      <dsp:nvSpPr>
        <dsp:cNvPr id="0" name=""/>
        <dsp:cNvSpPr/>
      </dsp:nvSpPr>
      <dsp:spPr>
        <a:xfrm>
          <a:off x="4754513" y="14914"/>
          <a:ext cx="5044167" cy="13476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Separation entre les reporting ,</a:t>
          </a:r>
          <a:r>
            <a:rPr lang="en-US" sz="2700" kern="1200" dirty="0" err="1"/>
            <a:t>d’audit</a:t>
          </a:r>
          <a:r>
            <a:rPr lang="en-US" sz="2700" kern="1200" dirty="0"/>
            <a:t> et </a:t>
          </a:r>
          <a:r>
            <a:rPr lang="en-US" sz="2700" kern="1200" dirty="0" err="1"/>
            <a:t>d’administration</a:t>
          </a:r>
          <a:endParaRPr lang="en-US" sz="2700" kern="1200" dirty="0"/>
        </a:p>
      </dsp:txBody>
      <dsp:txXfrm>
        <a:off x="4793984" y="54385"/>
        <a:ext cx="4965225" cy="1268706"/>
      </dsp:txXfrm>
    </dsp:sp>
    <dsp:sp modelId="{1DFE0366-5670-40AE-B53C-47C5488E9578}">
      <dsp:nvSpPr>
        <dsp:cNvPr id="0" name=""/>
        <dsp:cNvSpPr/>
      </dsp:nvSpPr>
      <dsp:spPr>
        <a:xfrm rot="19457599">
          <a:off x="3551600" y="2592319"/>
          <a:ext cx="132770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27707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182261" y="2579341"/>
        <a:ext cx="66385" cy="66385"/>
      </dsp:txXfrm>
    </dsp:sp>
    <dsp:sp modelId="{287D7CA3-66F9-41C8-BE1A-5448843980FF}">
      <dsp:nvSpPr>
        <dsp:cNvPr id="0" name=""/>
        <dsp:cNvSpPr/>
      </dsp:nvSpPr>
      <dsp:spPr>
        <a:xfrm>
          <a:off x="4754513" y="1551260"/>
          <a:ext cx="5129393" cy="13476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700" kern="1200" noProof="0" dirty="0"/>
            <a:t>Suivi limite des </a:t>
          </a:r>
          <a:r>
            <a:rPr lang="fr-BE" sz="2700" kern="1200" noProof="0" dirty="0" err="1"/>
            <a:t>operations</a:t>
          </a:r>
          <a:r>
            <a:rPr lang="fr-BE" sz="2700" kern="1200" noProof="0" dirty="0"/>
            <a:t> sensibles</a:t>
          </a:r>
        </a:p>
      </dsp:txBody>
      <dsp:txXfrm>
        <a:off x="4793984" y="1590731"/>
        <a:ext cx="5050451" cy="1268706"/>
      </dsp:txXfrm>
    </dsp:sp>
    <dsp:sp modelId="{9904639D-9BD5-4AB1-AA33-711A86BD6F46}">
      <dsp:nvSpPr>
        <dsp:cNvPr id="0" name=""/>
        <dsp:cNvSpPr/>
      </dsp:nvSpPr>
      <dsp:spPr>
        <a:xfrm rot="2137750">
          <a:off x="3552245" y="3366112"/>
          <a:ext cx="132641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26418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82294" y="3353166"/>
        <a:ext cx="66320" cy="66320"/>
      </dsp:txXfrm>
    </dsp:sp>
    <dsp:sp modelId="{31DA2FF2-D676-40D1-ABAC-298EAF7339F5}">
      <dsp:nvSpPr>
        <dsp:cNvPr id="0" name=""/>
        <dsp:cNvSpPr/>
      </dsp:nvSpPr>
      <dsp:spPr>
        <a:xfrm>
          <a:off x="4754513" y="3098846"/>
          <a:ext cx="5105782" cy="13476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Manque indication  adapts aux administration </a:t>
          </a:r>
        </a:p>
      </dsp:txBody>
      <dsp:txXfrm>
        <a:off x="4793984" y="3138317"/>
        <a:ext cx="5026840" cy="1268706"/>
      </dsp:txXfrm>
    </dsp:sp>
    <dsp:sp modelId="{E8B89381-5935-4360-B4A7-9D8B1F51E5AD}">
      <dsp:nvSpPr>
        <dsp:cNvPr id="0" name=""/>
        <dsp:cNvSpPr/>
      </dsp:nvSpPr>
      <dsp:spPr>
        <a:xfrm rot="3905930">
          <a:off x="2935193" y="4141010"/>
          <a:ext cx="256052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560521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151441" y="4097211"/>
        <a:ext cx="128026" cy="128026"/>
      </dsp:txXfrm>
    </dsp:sp>
    <dsp:sp modelId="{F9E73D2A-158A-413F-9895-AD01690FFDCD}">
      <dsp:nvSpPr>
        <dsp:cNvPr id="0" name=""/>
        <dsp:cNvSpPr/>
      </dsp:nvSpPr>
      <dsp:spPr>
        <a:xfrm>
          <a:off x="4754513" y="4648642"/>
          <a:ext cx="5105782" cy="13476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Intégration complexe entre les différents systèmes </a:t>
          </a:r>
          <a:endParaRPr lang="en-US" sz="2600" kern="1200" dirty="0"/>
        </a:p>
      </dsp:txBody>
      <dsp:txXfrm>
        <a:off x="4793984" y="4688113"/>
        <a:ext cx="5026840" cy="12687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8073B-A338-464D-9CB7-67BA0E791CD9}">
      <dsp:nvSpPr>
        <dsp:cNvPr id="0" name=""/>
        <dsp:cNvSpPr/>
      </dsp:nvSpPr>
      <dsp:spPr>
        <a:xfrm>
          <a:off x="623270" y="2210133"/>
          <a:ext cx="4153181" cy="9602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La </a:t>
          </a:r>
          <a:r>
            <a:rPr lang="fr-FR" sz="2100" kern="1200" dirty="0"/>
            <a:t>solutions existantes</a:t>
          </a:r>
          <a:endParaRPr lang="en-US" sz="2100" kern="1200" dirty="0"/>
        </a:p>
      </dsp:txBody>
      <dsp:txXfrm>
        <a:off x="651395" y="2238258"/>
        <a:ext cx="4096931" cy="903992"/>
      </dsp:txXfrm>
    </dsp:sp>
    <dsp:sp modelId="{A2AC43AD-8047-46E8-AFBC-AEB32038AEC0}">
      <dsp:nvSpPr>
        <dsp:cNvPr id="0" name=""/>
        <dsp:cNvSpPr/>
      </dsp:nvSpPr>
      <dsp:spPr>
        <a:xfrm rot="17350740">
          <a:off x="3991377" y="1569913"/>
          <a:ext cx="23383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338342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5102090" y="1527517"/>
        <a:ext cx="116917" cy="116917"/>
      </dsp:txXfrm>
    </dsp:sp>
    <dsp:sp modelId="{F81D67C4-4400-44DC-86D0-F7EFCB94BE2D}">
      <dsp:nvSpPr>
        <dsp:cNvPr id="0" name=""/>
        <dsp:cNvSpPr/>
      </dsp:nvSpPr>
      <dsp:spPr>
        <a:xfrm>
          <a:off x="5544646" y="1576"/>
          <a:ext cx="4473864" cy="9602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Solutions locales : il y a pas des solution </a:t>
          </a:r>
        </a:p>
      </dsp:txBody>
      <dsp:txXfrm>
        <a:off x="5572771" y="29701"/>
        <a:ext cx="4417614" cy="903992"/>
      </dsp:txXfrm>
    </dsp:sp>
    <dsp:sp modelId="{7D8DA46C-589C-4241-9B79-2F1FF3ABD803}">
      <dsp:nvSpPr>
        <dsp:cNvPr id="0" name=""/>
        <dsp:cNvSpPr/>
      </dsp:nvSpPr>
      <dsp:spPr>
        <a:xfrm rot="18289469">
          <a:off x="4487951" y="2122053"/>
          <a:ext cx="134519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345196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26919" y="2104485"/>
        <a:ext cx="67259" cy="67259"/>
      </dsp:txXfrm>
    </dsp:sp>
    <dsp:sp modelId="{316874BD-1E7F-4F1D-A260-52D0DBA6B8BE}">
      <dsp:nvSpPr>
        <dsp:cNvPr id="0" name=""/>
        <dsp:cNvSpPr/>
      </dsp:nvSpPr>
      <dsp:spPr>
        <a:xfrm>
          <a:off x="5544646" y="1105854"/>
          <a:ext cx="4473864" cy="9602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Solutions internationales : PayPal (Business Dashboard), Stripe </a:t>
          </a:r>
        </a:p>
      </dsp:txBody>
      <dsp:txXfrm>
        <a:off x="5572771" y="1133979"/>
        <a:ext cx="4417614" cy="903992"/>
      </dsp:txXfrm>
    </dsp:sp>
    <dsp:sp modelId="{EDEDC9A0-0B75-4DD0-B175-88155B0CDAA8}">
      <dsp:nvSpPr>
        <dsp:cNvPr id="0" name=""/>
        <dsp:cNvSpPr/>
      </dsp:nvSpPr>
      <dsp:spPr>
        <a:xfrm>
          <a:off x="4776452" y="2674192"/>
          <a:ext cx="768193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68193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41344" y="2671049"/>
        <a:ext cx="38409" cy="38409"/>
      </dsp:txXfrm>
    </dsp:sp>
    <dsp:sp modelId="{0BA85EB1-7395-43BC-81AB-1D260C378445}">
      <dsp:nvSpPr>
        <dsp:cNvPr id="0" name=""/>
        <dsp:cNvSpPr/>
      </dsp:nvSpPr>
      <dsp:spPr>
        <a:xfrm>
          <a:off x="5544646" y="2210133"/>
          <a:ext cx="4410526" cy="9602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Outils</a:t>
          </a:r>
          <a:r>
            <a:rPr lang="en-US" sz="2100" kern="1200" dirty="0"/>
            <a:t> de reporting (Power BI, Tableau, Looker Studio)</a:t>
          </a:r>
        </a:p>
      </dsp:txBody>
      <dsp:txXfrm>
        <a:off x="5572771" y="2238258"/>
        <a:ext cx="4354276" cy="903992"/>
      </dsp:txXfrm>
    </dsp:sp>
    <dsp:sp modelId="{1C80ED56-3B25-4D82-A55C-07948594511C}">
      <dsp:nvSpPr>
        <dsp:cNvPr id="0" name=""/>
        <dsp:cNvSpPr/>
      </dsp:nvSpPr>
      <dsp:spPr>
        <a:xfrm rot="3310531">
          <a:off x="4487951" y="3226331"/>
          <a:ext cx="134519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345196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6919" y="3208763"/>
        <a:ext cx="67259" cy="67259"/>
      </dsp:txXfrm>
    </dsp:sp>
    <dsp:sp modelId="{35844B5E-7D9D-4D6F-AD08-D5DC2A048A38}">
      <dsp:nvSpPr>
        <dsp:cNvPr id="0" name=""/>
        <dsp:cNvSpPr/>
      </dsp:nvSpPr>
      <dsp:spPr>
        <a:xfrm>
          <a:off x="5544646" y="3314411"/>
          <a:ext cx="4410526" cy="9602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Systèmes d'audit (IBM </a:t>
          </a:r>
          <a:r>
            <a:rPr lang="fr-FR" sz="2100" kern="1200" dirty="0" err="1"/>
            <a:t>QRadar</a:t>
          </a:r>
          <a:r>
            <a:rPr lang="fr-FR" sz="2100" kern="1200" dirty="0"/>
            <a:t>)</a:t>
          </a:r>
          <a:endParaRPr lang="en-US" sz="2100" kern="1200" dirty="0"/>
        </a:p>
      </dsp:txBody>
      <dsp:txXfrm>
        <a:off x="5572771" y="3342536"/>
        <a:ext cx="4354276" cy="903992"/>
      </dsp:txXfrm>
    </dsp:sp>
    <dsp:sp modelId="{89C04487-317A-4FA5-B9FA-F45F6DA8A308}">
      <dsp:nvSpPr>
        <dsp:cNvPr id="0" name=""/>
        <dsp:cNvSpPr/>
      </dsp:nvSpPr>
      <dsp:spPr>
        <a:xfrm rot="4249260">
          <a:off x="3991377" y="3778471"/>
          <a:ext cx="23383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338342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kern="1200"/>
        </a:p>
      </dsp:txBody>
      <dsp:txXfrm>
        <a:off x="5102090" y="3736074"/>
        <a:ext cx="116917" cy="116917"/>
      </dsp:txXfrm>
    </dsp:sp>
    <dsp:sp modelId="{91FF095F-CE31-43A7-A934-1B622EEE09A7}">
      <dsp:nvSpPr>
        <dsp:cNvPr id="0" name=""/>
        <dsp:cNvSpPr/>
      </dsp:nvSpPr>
      <dsp:spPr>
        <a:xfrm>
          <a:off x="5544646" y="4418690"/>
          <a:ext cx="4410526" cy="9602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Systèmes d'administration </a:t>
          </a:r>
          <a:endParaRPr lang="en-US" sz="2100" kern="1200" dirty="0"/>
        </a:p>
      </dsp:txBody>
      <dsp:txXfrm>
        <a:off x="5572771" y="4446815"/>
        <a:ext cx="4354276" cy="90399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75A99-9372-4D55-A89E-7286585F259B}">
      <dsp:nvSpPr>
        <dsp:cNvPr id="0" name=""/>
        <dsp:cNvSpPr/>
      </dsp:nvSpPr>
      <dsp:spPr>
        <a:xfrm>
          <a:off x="914398" y="2459440"/>
          <a:ext cx="3874254" cy="10685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Les </a:t>
          </a:r>
          <a:r>
            <a:rPr lang="en-US" sz="2400" kern="1200" dirty="0" err="1"/>
            <a:t>limites</a:t>
          </a:r>
          <a:r>
            <a:rPr lang="en-US" sz="2400" kern="1200" dirty="0"/>
            <a:t> des solutions </a:t>
          </a:r>
        </a:p>
      </dsp:txBody>
      <dsp:txXfrm>
        <a:off x="945695" y="2490737"/>
        <a:ext cx="3811660" cy="1005965"/>
      </dsp:txXfrm>
    </dsp:sp>
    <dsp:sp modelId="{C9B5551E-84FE-44F6-9957-3A2CFC191C0C}">
      <dsp:nvSpPr>
        <dsp:cNvPr id="0" name=""/>
        <dsp:cNvSpPr/>
      </dsp:nvSpPr>
      <dsp:spPr>
        <a:xfrm rot="17350740">
          <a:off x="3915020" y="1748815"/>
          <a:ext cx="260211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602112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51023" y="1699824"/>
        <a:ext cx="130105" cy="130105"/>
      </dsp:txXfrm>
    </dsp:sp>
    <dsp:sp modelId="{5C950264-1A8E-4736-BBAB-3844CCB4C6D3}">
      <dsp:nvSpPr>
        <dsp:cNvPr id="0" name=""/>
        <dsp:cNvSpPr/>
      </dsp:nvSpPr>
      <dsp:spPr>
        <a:xfrm>
          <a:off x="5643500" y="1754"/>
          <a:ext cx="4214483" cy="10685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Gestion limitée des rôles spécialisés</a:t>
          </a:r>
          <a:endParaRPr lang="en-US" sz="2700" kern="1200" dirty="0"/>
        </a:p>
      </dsp:txBody>
      <dsp:txXfrm>
        <a:off x="5674797" y="33051"/>
        <a:ext cx="4151889" cy="1005965"/>
      </dsp:txXfrm>
    </dsp:sp>
    <dsp:sp modelId="{8CA7A4D0-81A6-4423-971E-F0190739A6E4}">
      <dsp:nvSpPr>
        <dsp:cNvPr id="0" name=""/>
        <dsp:cNvSpPr/>
      </dsp:nvSpPr>
      <dsp:spPr>
        <a:xfrm rot="18289469">
          <a:off x="4467607" y="2363236"/>
          <a:ext cx="149693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96936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78652" y="2341875"/>
        <a:ext cx="74846" cy="74846"/>
      </dsp:txXfrm>
    </dsp:sp>
    <dsp:sp modelId="{00923A4F-3B6E-4D09-BF9D-4E12C1980EA6}">
      <dsp:nvSpPr>
        <dsp:cNvPr id="0" name=""/>
        <dsp:cNvSpPr/>
      </dsp:nvSpPr>
      <dsp:spPr>
        <a:xfrm>
          <a:off x="5643500" y="1230597"/>
          <a:ext cx="4214483" cy="10685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couvrent principalement  les opérations de base</a:t>
          </a:r>
          <a:endParaRPr lang="en-US" sz="2600" kern="1200" dirty="0"/>
        </a:p>
      </dsp:txBody>
      <dsp:txXfrm>
        <a:off x="5674797" y="1261894"/>
        <a:ext cx="4151889" cy="1005965"/>
      </dsp:txXfrm>
    </dsp:sp>
    <dsp:sp modelId="{CF31EAE0-2C6E-429D-A26A-553ADB988DE1}">
      <dsp:nvSpPr>
        <dsp:cNvPr id="0" name=""/>
        <dsp:cNvSpPr/>
      </dsp:nvSpPr>
      <dsp:spPr>
        <a:xfrm>
          <a:off x="4788652" y="2977658"/>
          <a:ext cx="85484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54847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94705" y="2972349"/>
        <a:ext cx="42742" cy="42742"/>
      </dsp:txXfrm>
    </dsp:sp>
    <dsp:sp modelId="{0AB46E64-E5FE-496C-ACF6-85AD3264D0DD}">
      <dsp:nvSpPr>
        <dsp:cNvPr id="0" name=""/>
        <dsp:cNvSpPr/>
      </dsp:nvSpPr>
      <dsp:spPr>
        <a:xfrm>
          <a:off x="5643500" y="2459440"/>
          <a:ext cx="4214483" cy="10685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Manque de reporting structuré</a:t>
          </a:r>
        </a:p>
      </dsp:txBody>
      <dsp:txXfrm>
        <a:off x="5674797" y="2490737"/>
        <a:ext cx="4151889" cy="1005965"/>
      </dsp:txXfrm>
    </dsp:sp>
    <dsp:sp modelId="{99ABE69F-E97C-4C43-A00D-1179C1894ADA}">
      <dsp:nvSpPr>
        <dsp:cNvPr id="0" name=""/>
        <dsp:cNvSpPr/>
      </dsp:nvSpPr>
      <dsp:spPr>
        <a:xfrm rot="3310531">
          <a:off x="4467607" y="3592080"/>
          <a:ext cx="149693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96936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78652" y="3570718"/>
        <a:ext cx="74846" cy="74846"/>
      </dsp:txXfrm>
    </dsp:sp>
    <dsp:sp modelId="{CFB0C64D-3DFE-4554-9B4F-FA9561C30535}">
      <dsp:nvSpPr>
        <dsp:cNvPr id="0" name=""/>
        <dsp:cNvSpPr/>
      </dsp:nvSpPr>
      <dsp:spPr>
        <a:xfrm>
          <a:off x="5643500" y="3688284"/>
          <a:ext cx="4214483" cy="10685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Faible traçabilité des actions sensibles</a:t>
          </a:r>
          <a:endParaRPr lang="en-US" sz="2500" kern="1200" dirty="0"/>
        </a:p>
      </dsp:txBody>
      <dsp:txXfrm>
        <a:off x="5674797" y="3719581"/>
        <a:ext cx="4151889" cy="1005965"/>
      </dsp:txXfrm>
    </dsp:sp>
    <dsp:sp modelId="{5C481A24-74CE-45E8-87C4-3EF98376A832}">
      <dsp:nvSpPr>
        <dsp:cNvPr id="0" name=""/>
        <dsp:cNvSpPr/>
      </dsp:nvSpPr>
      <dsp:spPr>
        <a:xfrm rot="4249260">
          <a:off x="3915020" y="4206501"/>
          <a:ext cx="260211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602112" y="1606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51023" y="4157511"/>
        <a:ext cx="130105" cy="130105"/>
      </dsp:txXfrm>
    </dsp:sp>
    <dsp:sp modelId="{20C72C5E-8845-40F6-AB1B-E4D19CF28896}">
      <dsp:nvSpPr>
        <dsp:cNvPr id="0" name=""/>
        <dsp:cNvSpPr/>
      </dsp:nvSpPr>
      <dsp:spPr>
        <a:xfrm>
          <a:off x="5643500" y="4917127"/>
          <a:ext cx="4214483" cy="10685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Supervision interne insuffisante</a:t>
          </a:r>
        </a:p>
      </dsp:txBody>
      <dsp:txXfrm>
        <a:off x="5674797" y="4948424"/>
        <a:ext cx="4151889" cy="100596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133C8-92B5-4C27-AF9C-31FA77930C10}">
      <dsp:nvSpPr>
        <dsp:cNvPr id="0" name=""/>
        <dsp:cNvSpPr/>
      </dsp:nvSpPr>
      <dsp:spPr>
        <a:xfrm>
          <a:off x="1468445" y="2300175"/>
          <a:ext cx="3173138" cy="99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300" kern="1200" dirty="0"/>
            <a:t>Lacunes identifiées </a:t>
          </a:r>
        </a:p>
      </dsp:txBody>
      <dsp:txXfrm>
        <a:off x="1497715" y="2329445"/>
        <a:ext cx="3114598" cy="940823"/>
      </dsp:txXfrm>
    </dsp:sp>
    <dsp:sp modelId="{847C6E8F-1EF2-4075-8229-7BB2915C1E84}">
      <dsp:nvSpPr>
        <dsp:cNvPr id="0" name=""/>
        <dsp:cNvSpPr/>
      </dsp:nvSpPr>
      <dsp:spPr>
        <a:xfrm rot="17349980">
          <a:off x="3823749" y="1633707"/>
          <a:ext cx="243515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435157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980449" y="1588890"/>
        <a:ext cx="121757" cy="121757"/>
      </dsp:txXfrm>
    </dsp:sp>
    <dsp:sp modelId="{C3284079-7D68-40BB-AA6C-E7331D5C8F67}">
      <dsp:nvSpPr>
        <dsp:cNvPr id="0" name=""/>
        <dsp:cNvSpPr/>
      </dsp:nvSpPr>
      <dsp:spPr>
        <a:xfrm>
          <a:off x="5441073" y="0"/>
          <a:ext cx="3621312" cy="99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Besoin d’une administration plus complète</a:t>
          </a:r>
          <a:endParaRPr lang="en-US" sz="2300" kern="1200" dirty="0"/>
        </a:p>
      </dsp:txBody>
      <dsp:txXfrm>
        <a:off x="5470343" y="29270"/>
        <a:ext cx="3562772" cy="940823"/>
      </dsp:txXfrm>
    </dsp:sp>
    <dsp:sp modelId="{2F320A5E-AE23-4C5B-BC72-D08DF84A9B86}">
      <dsp:nvSpPr>
        <dsp:cNvPr id="0" name=""/>
        <dsp:cNvSpPr/>
      </dsp:nvSpPr>
      <dsp:spPr>
        <a:xfrm rot="18285231">
          <a:off x="4340084" y="2207647"/>
          <a:ext cx="14024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02487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06266" y="2188647"/>
        <a:ext cx="70124" cy="70124"/>
      </dsp:txXfrm>
    </dsp:sp>
    <dsp:sp modelId="{52275B85-6742-4BA0-8DEE-719153431F21}">
      <dsp:nvSpPr>
        <dsp:cNvPr id="0" name=""/>
        <dsp:cNvSpPr/>
      </dsp:nvSpPr>
      <dsp:spPr>
        <a:xfrm>
          <a:off x="5441073" y="1147880"/>
          <a:ext cx="3621312" cy="99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Supervision interne faible</a:t>
          </a:r>
        </a:p>
      </dsp:txBody>
      <dsp:txXfrm>
        <a:off x="5470343" y="1177150"/>
        <a:ext cx="3562772" cy="940823"/>
      </dsp:txXfrm>
    </dsp:sp>
    <dsp:sp modelId="{4BF0FAC8-3552-4916-BE22-ABD587053B22}">
      <dsp:nvSpPr>
        <dsp:cNvPr id="0" name=""/>
        <dsp:cNvSpPr/>
      </dsp:nvSpPr>
      <dsp:spPr>
        <a:xfrm rot="21586980">
          <a:off x="4641580" y="2782281"/>
          <a:ext cx="79949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99496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1341" y="2778356"/>
        <a:ext cx="39974" cy="39974"/>
      </dsp:txXfrm>
    </dsp:sp>
    <dsp:sp modelId="{D0E5E22C-3A56-4F25-9935-2C0F8A00D424}">
      <dsp:nvSpPr>
        <dsp:cNvPr id="0" name=""/>
        <dsp:cNvSpPr/>
      </dsp:nvSpPr>
      <dsp:spPr>
        <a:xfrm>
          <a:off x="5441073" y="2297147"/>
          <a:ext cx="3621312" cy="99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Audit peu développé</a:t>
          </a:r>
        </a:p>
      </dsp:txBody>
      <dsp:txXfrm>
        <a:off x="5470343" y="2326417"/>
        <a:ext cx="3562772" cy="940823"/>
      </dsp:txXfrm>
    </dsp:sp>
    <dsp:sp modelId="{056F26BA-2029-4883-8E59-ED6D96E45052}">
      <dsp:nvSpPr>
        <dsp:cNvPr id="0" name=""/>
        <dsp:cNvSpPr/>
      </dsp:nvSpPr>
      <dsp:spPr>
        <a:xfrm rot="3310531">
          <a:off x="4341328" y="3358429"/>
          <a:ext cx="140000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00000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06328" y="3339491"/>
        <a:ext cx="70000" cy="70000"/>
      </dsp:txXfrm>
    </dsp:sp>
    <dsp:sp modelId="{2B467FAC-7FCC-4A72-9263-7BC2F29BAC1C}">
      <dsp:nvSpPr>
        <dsp:cNvPr id="0" name=""/>
        <dsp:cNvSpPr/>
      </dsp:nvSpPr>
      <dsp:spPr>
        <a:xfrm>
          <a:off x="5441073" y="3449443"/>
          <a:ext cx="3621312" cy="99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Reporting insuffisant</a:t>
          </a:r>
        </a:p>
      </dsp:txBody>
      <dsp:txXfrm>
        <a:off x="5470343" y="3478713"/>
        <a:ext cx="3562772" cy="940823"/>
      </dsp:txXfrm>
    </dsp:sp>
    <dsp:sp modelId="{D4FC00EA-F894-4F3D-8AD5-1A96F1A8E7BE}">
      <dsp:nvSpPr>
        <dsp:cNvPr id="0" name=""/>
        <dsp:cNvSpPr/>
      </dsp:nvSpPr>
      <dsp:spPr>
        <a:xfrm rot="4249260">
          <a:off x="3824524" y="3933063"/>
          <a:ext cx="243360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433608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kern="1200"/>
        </a:p>
      </dsp:txBody>
      <dsp:txXfrm>
        <a:off x="4980488" y="3888284"/>
        <a:ext cx="121680" cy="121680"/>
      </dsp:txXfrm>
    </dsp:sp>
    <dsp:sp modelId="{14A9BFE1-9BDB-4AD1-9612-43498B3FF704}">
      <dsp:nvSpPr>
        <dsp:cNvPr id="0" name=""/>
        <dsp:cNvSpPr/>
      </dsp:nvSpPr>
      <dsp:spPr>
        <a:xfrm>
          <a:off x="5441073" y="4598711"/>
          <a:ext cx="3624870" cy="99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Gestion des rôles insuffisant</a:t>
          </a:r>
          <a:endParaRPr lang="en-US" sz="2300" kern="1200" dirty="0"/>
        </a:p>
      </dsp:txBody>
      <dsp:txXfrm>
        <a:off x="5470343" y="4627981"/>
        <a:ext cx="3566330" cy="94082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4D997-32F1-4931-9B6A-B05AA56DD4BC}">
      <dsp:nvSpPr>
        <dsp:cNvPr id="0" name=""/>
        <dsp:cNvSpPr/>
      </dsp:nvSpPr>
      <dsp:spPr>
        <a:xfrm>
          <a:off x="535838" y="462"/>
          <a:ext cx="5854937" cy="7057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Solutions</a:t>
          </a:r>
        </a:p>
      </dsp:txBody>
      <dsp:txXfrm>
        <a:off x="556509" y="21133"/>
        <a:ext cx="5813595" cy="664427"/>
      </dsp:txXfrm>
    </dsp:sp>
    <dsp:sp modelId="{D6AC29D8-B36F-470F-8B85-7C9A8F65D881}">
      <dsp:nvSpPr>
        <dsp:cNvPr id="0" name=""/>
        <dsp:cNvSpPr/>
      </dsp:nvSpPr>
      <dsp:spPr>
        <a:xfrm>
          <a:off x="1121332" y="706232"/>
          <a:ext cx="585493" cy="529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9327"/>
              </a:lnTo>
              <a:lnTo>
                <a:pt x="585493" y="52932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1843AA-65AA-433F-8FAB-6AA0EFE03A87}">
      <dsp:nvSpPr>
        <dsp:cNvPr id="0" name=""/>
        <dsp:cNvSpPr/>
      </dsp:nvSpPr>
      <dsp:spPr>
        <a:xfrm>
          <a:off x="1706825" y="882674"/>
          <a:ext cx="9005709" cy="70576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Développement Back-office d’une </a:t>
          </a:r>
          <a:r>
            <a:rPr lang="fr-FR" sz="3300" kern="1200" dirty="0" err="1"/>
            <a:t>platforme</a:t>
          </a:r>
          <a:r>
            <a:rPr lang="fr-FR" sz="3300" kern="1200" dirty="0"/>
            <a:t> fintech</a:t>
          </a:r>
          <a:endParaRPr lang="en-US" sz="3300" kern="1200" dirty="0"/>
        </a:p>
      </dsp:txBody>
      <dsp:txXfrm>
        <a:off x="1727496" y="903345"/>
        <a:ext cx="8964367" cy="664427"/>
      </dsp:txXfrm>
    </dsp:sp>
    <dsp:sp modelId="{3993404A-D7DD-4D77-B887-87923FE17125}">
      <dsp:nvSpPr>
        <dsp:cNvPr id="0" name=""/>
        <dsp:cNvSpPr/>
      </dsp:nvSpPr>
      <dsp:spPr>
        <a:xfrm>
          <a:off x="1121332" y="706232"/>
          <a:ext cx="585493" cy="14115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1539"/>
              </a:lnTo>
              <a:lnTo>
                <a:pt x="585493" y="141153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30EC5-CFAE-4BC4-A784-FC90D12049F5}">
      <dsp:nvSpPr>
        <dsp:cNvPr id="0" name=""/>
        <dsp:cNvSpPr/>
      </dsp:nvSpPr>
      <dsp:spPr>
        <a:xfrm>
          <a:off x="1706825" y="1764886"/>
          <a:ext cx="9005709" cy="70576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Intégration des opérations financières de base</a:t>
          </a:r>
          <a:endParaRPr lang="en-US" sz="3300" kern="1200" dirty="0"/>
        </a:p>
      </dsp:txBody>
      <dsp:txXfrm>
        <a:off x="1727496" y="1785557"/>
        <a:ext cx="8964367" cy="664427"/>
      </dsp:txXfrm>
    </dsp:sp>
    <dsp:sp modelId="{C7379E97-96BC-4AF9-8977-B722FA5FFD6F}">
      <dsp:nvSpPr>
        <dsp:cNvPr id="0" name=""/>
        <dsp:cNvSpPr/>
      </dsp:nvSpPr>
      <dsp:spPr>
        <a:xfrm>
          <a:off x="1121332" y="706232"/>
          <a:ext cx="585493" cy="2293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3751"/>
              </a:lnTo>
              <a:lnTo>
                <a:pt x="585493" y="229375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EF2D1-68D2-4954-BF09-01FD5569B84E}">
      <dsp:nvSpPr>
        <dsp:cNvPr id="0" name=""/>
        <dsp:cNvSpPr/>
      </dsp:nvSpPr>
      <dsp:spPr>
        <a:xfrm>
          <a:off x="1706825" y="2647098"/>
          <a:ext cx="9005709" cy="70576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noProof="0" dirty="0"/>
            <a:t>Ajout</a:t>
          </a:r>
          <a:r>
            <a:rPr lang="en-US" sz="3300" kern="1200" dirty="0"/>
            <a:t> d’un </a:t>
          </a:r>
          <a:r>
            <a:rPr lang="en-US" sz="3300" kern="1200" dirty="0" err="1"/>
            <a:t>système</a:t>
          </a:r>
          <a:r>
            <a:rPr lang="en-US" sz="3300" kern="1200" dirty="0"/>
            <a:t> </a:t>
          </a:r>
          <a:r>
            <a:rPr lang="en-US" sz="3300" kern="1200" dirty="0" err="1"/>
            <a:t>d’administration</a:t>
          </a:r>
          <a:endParaRPr lang="en-US" sz="3300" kern="1200" dirty="0"/>
        </a:p>
      </dsp:txBody>
      <dsp:txXfrm>
        <a:off x="1727496" y="2667769"/>
        <a:ext cx="8964367" cy="664427"/>
      </dsp:txXfrm>
    </dsp:sp>
    <dsp:sp modelId="{D6132FAB-8817-494F-84F3-7077BB0958AF}">
      <dsp:nvSpPr>
        <dsp:cNvPr id="0" name=""/>
        <dsp:cNvSpPr/>
      </dsp:nvSpPr>
      <dsp:spPr>
        <a:xfrm>
          <a:off x="1121332" y="706232"/>
          <a:ext cx="585493" cy="3189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9407"/>
              </a:lnTo>
              <a:lnTo>
                <a:pt x="585493" y="318940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CC2C8-035B-4F68-BCCB-9E859F960AB3}">
      <dsp:nvSpPr>
        <dsp:cNvPr id="0" name=""/>
        <dsp:cNvSpPr/>
      </dsp:nvSpPr>
      <dsp:spPr>
        <a:xfrm>
          <a:off x="1706825" y="3542755"/>
          <a:ext cx="9005709" cy="70576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Ajout</a:t>
          </a:r>
          <a:r>
            <a:rPr lang="en-US" sz="3300" kern="1200" dirty="0"/>
            <a:t> d’un </a:t>
          </a:r>
          <a:r>
            <a:rPr lang="en-US" sz="3300" kern="1200" dirty="0" err="1"/>
            <a:t>système</a:t>
          </a:r>
          <a:r>
            <a:rPr lang="en-US" sz="3300" kern="1200" dirty="0"/>
            <a:t> </a:t>
          </a:r>
          <a:r>
            <a:rPr lang="en-US" sz="3300" kern="1200" dirty="0" err="1"/>
            <a:t>d’audit</a:t>
          </a:r>
          <a:endParaRPr lang="en-US" sz="3300" kern="1200" dirty="0"/>
        </a:p>
      </dsp:txBody>
      <dsp:txXfrm>
        <a:off x="1727496" y="3563426"/>
        <a:ext cx="8964367" cy="664427"/>
      </dsp:txXfrm>
    </dsp:sp>
    <dsp:sp modelId="{BFC881DC-60AE-4334-82B3-A12E7456EF4C}">
      <dsp:nvSpPr>
        <dsp:cNvPr id="0" name=""/>
        <dsp:cNvSpPr/>
      </dsp:nvSpPr>
      <dsp:spPr>
        <a:xfrm>
          <a:off x="1121332" y="706232"/>
          <a:ext cx="585493" cy="4058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8174"/>
              </a:lnTo>
              <a:lnTo>
                <a:pt x="585493" y="405817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91A70A-F43B-4F91-8195-7801A07A85AB}">
      <dsp:nvSpPr>
        <dsp:cNvPr id="0" name=""/>
        <dsp:cNvSpPr/>
      </dsp:nvSpPr>
      <dsp:spPr>
        <a:xfrm>
          <a:off x="1706825" y="4411522"/>
          <a:ext cx="9005709" cy="70576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Ajout d’un système de </a:t>
          </a:r>
          <a:r>
            <a:rPr lang="fr-FR" sz="3300" kern="1200" dirty="0" err="1"/>
            <a:t>reporting</a:t>
          </a:r>
          <a:endParaRPr lang="en-US" sz="3300" kern="1200" dirty="0"/>
        </a:p>
      </dsp:txBody>
      <dsp:txXfrm>
        <a:off x="1727496" y="4432193"/>
        <a:ext cx="8964367" cy="664427"/>
      </dsp:txXfrm>
    </dsp:sp>
    <dsp:sp modelId="{3E51C4ED-A12F-40AC-A55E-C045B56EE030}">
      <dsp:nvSpPr>
        <dsp:cNvPr id="0" name=""/>
        <dsp:cNvSpPr/>
      </dsp:nvSpPr>
      <dsp:spPr>
        <a:xfrm>
          <a:off x="1121332" y="706232"/>
          <a:ext cx="585493" cy="49403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40386"/>
              </a:lnTo>
              <a:lnTo>
                <a:pt x="585493" y="494038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07774-28EF-4386-82BD-C91B15C56221}">
      <dsp:nvSpPr>
        <dsp:cNvPr id="0" name=""/>
        <dsp:cNvSpPr/>
      </dsp:nvSpPr>
      <dsp:spPr>
        <a:xfrm>
          <a:off x="1706825" y="5293734"/>
          <a:ext cx="9005709" cy="70576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Renforcement du contrôle et de la supervision</a:t>
          </a:r>
          <a:endParaRPr lang="en-US" sz="3300" kern="1200" dirty="0"/>
        </a:p>
      </dsp:txBody>
      <dsp:txXfrm>
        <a:off x="1727496" y="5314405"/>
        <a:ext cx="8964367" cy="66442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B25FE-B459-401C-B7B2-693790578135}">
      <dsp:nvSpPr>
        <dsp:cNvPr id="0" name=""/>
        <dsp:cNvSpPr/>
      </dsp:nvSpPr>
      <dsp:spPr>
        <a:xfrm>
          <a:off x="4339205" y="-164078"/>
          <a:ext cx="1542827" cy="150063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Réalisation  par étapes </a:t>
          </a:r>
          <a:endParaRPr lang="en-US" sz="1300" kern="1200" dirty="0"/>
        </a:p>
      </dsp:txBody>
      <dsp:txXfrm>
        <a:off x="4565147" y="55685"/>
        <a:ext cx="1090943" cy="1061110"/>
      </dsp:txXfrm>
    </dsp:sp>
    <dsp:sp modelId="{3E356982-164C-4D7E-885B-5FD9D6EC7956}">
      <dsp:nvSpPr>
        <dsp:cNvPr id="0" name=""/>
        <dsp:cNvSpPr/>
      </dsp:nvSpPr>
      <dsp:spPr>
        <a:xfrm rot="1800000">
          <a:off x="5789817" y="770357"/>
          <a:ext cx="156629" cy="5064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792965" y="859903"/>
        <a:ext cx="109640" cy="303878"/>
      </dsp:txXfrm>
    </dsp:sp>
    <dsp:sp modelId="{A9730BB3-5A4C-49DE-B85A-ABCCE32FC2C6}">
      <dsp:nvSpPr>
        <dsp:cNvPr id="0" name=""/>
        <dsp:cNvSpPr/>
      </dsp:nvSpPr>
      <dsp:spPr>
        <a:xfrm>
          <a:off x="5860056" y="713984"/>
          <a:ext cx="1542827" cy="150063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Amélioration</a:t>
          </a:r>
          <a:r>
            <a:rPr lang="en-US" sz="1300" kern="1200" dirty="0"/>
            <a:t> des </a:t>
          </a:r>
          <a:r>
            <a:rPr lang="en-US" sz="1300" kern="1200" dirty="0" err="1"/>
            <a:t>fonctionnalités</a:t>
          </a:r>
          <a:endParaRPr lang="en-US" sz="1300" kern="1200" dirty="0"/>
        </a:p>
      </dsp:txBody>
      <dsp:txXfrm>
        <a:off x="6085998" y="933747"/>
        <a:ext cx="1090943" cy="1061110"/>
      </dsp:txXfrm>
    </dsp:sp>
    <dsp:sp modelId="{4237B70C-57A8-4FE7-83AA-22C64E0AC84C}">
      <dsp:nvSpPr>
        <dsp:cNvPr id="0" name=""/>
        <dsp:cNvSpPr/>
      </dsp:nvSpPr>
      <dsp:spPr>
        <a:xfrm rot="5400000">
          <a:off x="6542217" y="2085302"/>
          <a:ext cx="178505" cy="5064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568993" y="2159820"/>
        <a:ext cx="124954" cy="303878"/>
      </dsp:txXfrm>
    </dsp:sp>
    <dsp:sp modelId="{77DA1054-F86B-4DED-980E-FB2EF420C0DE}">
      <dsp:nvSpPr>
        <dsp:cNvPr id="0" name=""/>
        <dsp:cNvSpPr/>
      </dsp:nvSpPr>
      <dsp:spPr>
        <a:xfrm>
          <a:off x="5860056" y="2470112"/>
          <a:ext cx="1542827" cy="150063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Intégration</a:t>
          </a:r>
          <a:r>
            <a:rPr lang="en-US" sz="1300" kern="1200" dirty="0"/>
            <a:t> progressive des services</a:t>
          </a:r>
        </a:p>
      </dsp:txBody>
      <dsp:txXfrm>
        <a:off x="6085998" y="2689875"/>
        <a:ext cx="1090943" cy="1061110"/>
      </dsp:txXfrm>
    </dsp:sp>
    <dsp:sp modelId="{D81B1515-F5AE-4395-B19D-B4B2AD2E67A3}">
      <dsp:nvSpPr>
        <dsp:cNvPr id="0" name=""/>
        <dsp:cNvSpPr/>
      </dsp:nvSpPr>
      <dsp:spPr>
        <a:xfrm rot="9000000">
          <a:off x="5795641" y="3404548"/>
          <a:ext cx="156629" cy="5064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5839482" y="3494094"/>
        <a:ext cx="109640" cy="303878"/>
      </dsp:txXfrm>
    </dsp:sp>
    <dsp:sp modelId="{5E9E23A4-E044-4B78-9616-4CEAFA101A6C}">
      <dsp:nvSpPr>
        <dsp:cNvPr id="0" name=""/>
        <dsp:cNvSpPr/>
      </dsp:nvSpPr>
      <dsp:spPr>
        <a:xfrm>
          <a:off x="4339205" y="3348176"/>
          <a:ext cx="1542827" cy="150063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Intégration</a:t>
          </a:r>
          <a:r>
            <a:rPr lang="en-US" sz="1300" kern="1200" dirty="0"/>
            <a:t> progressive des modules</a:t>
          </a:r>
        </a:p>
      </dsp:txBody>
      <dsp:txXfrm>
        <a:off x="4565147" y="3567939"/>
        <a:ext cx="1090943" cy="1061110"/>
      </dsp:txXfrm>
    </dsp:sp>
    <dsp:sp modelId="{8AE25586-97DD-4CCF-87D8-72FB0C42DF02}">
      <dsp:nvSpPr>
        <dsp:cNvPr id="0" name=""/>
        <dsp:cNvSpPr/>
      </dsp:nvSpPr>
      <dsp:spPr>
        <a:xfrm rot="12600000">
          <a:off x="4274790" y="3407911"/>
          <a:ext cx="156629" cy="5064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318631" y="3520951"/>
        <a:ext cx="109640" cy="303878"/>
      </dsp:txXfrm>
    </dsp:sp>
    <dsp:sp modelId="{835EAE54-BC6D-403F-B6B6-D25B86DE9236}">
      <dsp:nvSpPr>
        <dsp:cNvPr id="0" name=""/>
        <dsp:cNvSpPr/>
      </dsp:nvSpPr>
      <dsp:spPr>
        <a:xfrm>
          <a:off x="2818354" y="2470112"/>
          <a:ext cx="1542827" cy="150063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Tests à chaque phase</a:t>
          </a:r>
          <a:endParaRPr lang="en-US" sz="1300" kern="1200" dirty="0"/>
        </a:p>
      </dsp:txBody>
      <dsp:txXfrm>
        <a:off x="3044296" y="2689875"/>
        <a:ext cx="1090943" cy="1061110"/>
      </dsp:txXfrm>
    </dsp:sp>
    <dsp:sp modelId="{EF264455-C463-4EB9-A5F6-436FC0961EE9}">
      <dsp:nvSpPr>
        <dsp:cNvPr id="0" name=""/>
        <dsp:cNvSpPr/>
      </dsp:nvSpPr>
      <dsp:spPr>
        <a:xfrm rot="16200000">
          <a:off x="3500515" y="2092966"/>
          <a:ext cx="178505" cy="5064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27291" y="2221035"/>
        <a:ext cx="124954" cy="303878"/>
      </dsp:txXfrm>
    </dsp:sp>
    <dsp:sp modelId="{53F920A0-0BB4-4A6D-8C75-AA2589408E0E}">
      <dsp:nvSpPr>
        <dsp:cNvPr id="0" name=""/>
        <dsp:cNvSpPr/>
      </dsp:nvSpPr>
      <dsp:spPr>
        <a:xfrm>
          <a:off x="2818354" y="713984"/>
          <a:ext cx="1542827" cy="150063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ajustements à chaque phase</a:t>
          </a:r>
          <a:endParaRPr lang="en-US" sz="1300" kern="1200" dirty="0"/>
        </a:p>
      </dsp:txBody>
      <dsp:txXfrm>
        <a:off x="3044296" y="933747"/>
        <a:ext cx="1090943" cy="1061110"/>
      </dsp:txXfrm>
    </dsp:sp>
    <dsp:sp modelId="{8419D58E-14A7-4440-A72B-B6764AC6E1AE}">
      <dsp:nvSpPr>
        <dsp:cNvPr id="0" name=""/>
        <dsp:cNvSpPr/>
      </dsp:nvSpPr>
      <dsp:spPr>
        <a:xfrm rot="19800000">
          <a:off x="4268966" y="773720"/>
          <a:ext cx="156629" cy="5064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272114" y="886760"/>
        <a:ext cx="109640" cy="30387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6463C-3886-4E99-BFC5-94525C7B1E88}">
      <dsp:nvSpPr>
        <dsp:cNvPr id="0" name=""/>
        <dsp:cNvSpPr/>
      </dsp:nvSpPr>
      <dsp:spPr>
        <a:xfrm rot="5400000">
          <a:off x="-264072" y="264072"/>
          <a:ext cx="1760486" cy="1232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Mothodologie</a:t>
          </a:r>
          <a:r>
            <a:rPr lang="en-US" sz="1600" kern="1200" dirty="0"/>
            <a:t> </a:t>
          </a:r>
        </a:p>
      </dsp:txBody>
      <dsp:txXfrm rot="-5400000">
        <a:off x="1" y="616169"/>
        <a:ext cx="1232340" cy="528146"/>
      </dsp:txXfrm>
    </dsp:sp>
    <dsp:sp modelId="{CC48AFC6-6DD7-403B-B7B0-DEE9467CF619}">
      <dsp:nvSpPr>
        <dsp:cNvPr id="0" name=""/>
        <dsp:cNvSpPr/>
      </dsp:nvSpPr>
      <dsp:spPr>
        <a:xfrm rot="5400000">
          <a:off x="4108012" y="-2875671"/>
          <a:ext cx="1144315" cy="689565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 err="1"/>
            <a:t>Approche</a:t>
          </a:r>
          <a:r>
            <a:rPr lang="en-US" sz="3600" kern="1200" dirty="0"/>
            <a:t> </a:t>
          </a:r>
          <a:r>
            <a:rPr lang="en-US" sz="3600" kern="1200" dirty="0" err="1"/>
            <a:t>itérative</a:t>
          </a:r>
          <a:r>
            <a:rPr lang="en-US" sz="3600" kern="1200" dirty="0"/>
            <a:t> et progressive</a:t>
          </a:r>
        </a:p>
      </dsp:txBody>
      <dsp:txXfrm rot="-5400000">
        <a:off x="1232341" y="55861"/>
        <a:ext cx="6839798" cy="103259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141FA-2DA6-42AF-9369-ED5252D4784A}">
      <dsp:nvSpPr>
        <dsp:cNvPr id="0" name=""/>
        <dsp:cNvSpPr/>
      </dsp:nvSpPr>
      <dsp:spPr>
        <a:xfrm>
          <a:off x="5354877" y="1320547"/>
          <a:ext cx="4193972" cy="485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626"/>
              </a:lnTo>
              <a:lnTo>
                <a:pt x="4193972" y="242626"/>
              </a:lnTo>
              <a:lnTo>
                <a:pt x="4193972" y="485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6170F8-4907-4033-9D60-2137DEFA71CA}">
      <dsp:nvSpPr>
        <dsp:cNvPr id="0" name=""/>
        <dsp:cNvSpPr/>
      </dsp:nvSpPr>
      <dsp:spPr>
        <a:xfrm>
          <a:off x="5354877" y="1320547"/>
          <a:ext cx="1397990" cy="485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626"/>
              </a:lnTo>
              <a:lnTo>
                <a:pt x="1397990" y="242626"/>
              </a:lnTo>
              <a:lnTo>
                <a:pt x="1397990" y="485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C7B76F-92D7-4993-B480-55A87B140AEF}">
      <dsp:nvSpPr>
        <dsp:cNvPr id="0" name=""/>
        <dsp:cNvSpPr/>
      </dsp:nvSpPr>
      <dsp:spPr>
        <a:xfrm>
          <a:off x="3956886" y="1320547"/>
          <a:ext cx="1397990" cy="485253"/>
        </a:xfrm>
        <a:custGeom>
          <a:avLst/>
          <a:gdLst/>
          <a:ahLst/>
          <a:cxnLst/>
          <a:rect l="0" t="0" r="0" b="0"/>
          <a:pathLst>
            <a:path>
              <a:moveTo>
                <a:pt x="1397990" y="0"/>
              </a:moveTo>
              <a:lnTo>
                <a:pt x="1397990" y="242626"/>
              </a:lnTo>
              <a:lnTo>
                <a:pt x="0" y="242626"/>
              </a:lnTo>
              <a:lnTo>
                <a:pt x="0" y="485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C08C3C-C79F-49EF-8FB9-6F35DE21AD19}">
      <dsp:nvSpPr>
        <dsp:cNvPr id="0" name=""/>
        <dsp:cNvSpPr/>
      </dsp:nvSpPr>
      <dsp:spPr>
        <a:xfrm>
          <a:off x="1160904" y="1320547"/>
          <a:ext cx="4193972" cy="485253"/>
        </a:xfrm>
        <a:custGeom>
          <a:avLst/>
          <a:gdLst/>
          <a:ahLst/>
          <a:cxnLst/>
          <a:rect l="0" t="0" r="0" b="0"/>
          <a:pathLst>
            <a:path>
              <a:moveTo>
                <a:pt x="4193972" y="0"/>
              </a:moveTo>
              <a:lnTo>
                <a:pt x="4193972" y="242626"/>
              </a:lnTo>
              <a:lnTo>
                <a:pt x="0" y="242626"/>
              </a:lnTo>
              <a:lnTo>
                <a:pt x="0" y="485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A19243-4EC9-4784-A112-F7BDFB1D765F}">
      <dsp:nvSpPr>
        <dsp:cNvPr id="0" name=""/>
        <dsp:cNvSpPr/>
      </dsp:nvSpPr>
      <dsp:spPr>
        <a:xfrm>
          <a:off x="4777194" y="165183"/>
          <a:ext cx="1155364" cy="11553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98733-A2AF-457D-A434-6ECD19161202}">
      <dsp:nvSpPr>
        <dsp:cNvPr id="0" name=""/>
        <dsp:cNvSpPr/>
      </dsp:nvSpPr>
      <dsp:spPr>
        <a:xfrm>
          <a:off x="4777194" y="165183"/>
          <a:ext cx="1155364" cy="11553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9D081B-69EA-4AFD-9CB6-6EA4482F9764}">
      <dsp:nvSpPr>
        <dsp:cNvPr id="0" name=""/>
        <dsp:cNvSpPr/>
      </dsp:nvSpPr>
      <dsp:spPr>
        <a:xfrm>
          <a:off x="4199512" y="373148"/>
          <a:ext cx="2310728" cy="73943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atin typeface="Californian FB" panose="0207040306080B030204" pitchFamily="18" charset="0"/>
            </a:rPr>
            <a:t>Types </a:t>
          </a:r>
          <a:r>
            <a:rPr lang="en-US" sz="2600" b="1" kern="1200" dirty="0" err="1">
              <a:latin typeface="Californian FB" panose="0207040306080B030204" pitchFamily="18" charset="0"/>
            </a:rPr>
            <a:t>d’utilisateurs</a:t>
          </a:r>
          <a:endParaRPr lang="en-US" sz="2600" b="1" kern="1200" dirty="0">
            <a:latin typeface="Californian FB" panose="0207040306080B030204" pitchFamily="18" charset="0"/>
          </a:endParaRPr>
        </a:p>
      </dsp:txBody>
      <dsp:txXfrm>
        <a:off x="4199512" y="373148"/>
        <a:ext cx="2310728" cy="739433"/>
      </dsp:txXfrm>
    </dsp:sp>
    <dsp:sp modelId="{2DB45F9F-DBF4-4315-B7D8-4028D1197377}">
      <dsp:nvSpPr>
        <dsp:cNvPr id="0" name=""/>
        <dsp:cNvSpPr/>
      </dsp:nvSpPr>
      <dsp:spPr>
        <a:xfrm>
          <a:off x="583222" y="1805800"/>
          <a:ext cx="1155364" cy="11553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CCA4FD-DB57-4D9D-A84A-2A4C58FE05E7}">
      <dsp:nvSpPr>
        <dsp:cNvPr id="0" name=""/>
        <dsp:cNvSpPr/>
      </dsp:nvSpPr>
      <dsp:spPr>
        <a:xfrm>
          <a:off x="583222" y="1805800"/>
          <a:ext cx="1155364" cy="11553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1AC4B-04B0-4852-9247-220A19AC3EB4}">
      <dsp:nvSpPr>
        <dsp:cNvPr id="0" name=""/>
        <dsp:cNvSpPr/>
      </dsp:nvSpPr>
      <dsp:spPr>
        <a:xfrm>
          <a:off x="5539" y="2013766"/>
          <a:ext cx="2310728" cy="73943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atin typeface="Californian FB" panose="0207040306080B030204" pitchFamily="18" charset="0"/>
            </a:rPr>
            <a:t>Admin </a:t>
          </a:r>
        </a:p>
      </dsp:txBody>
      <dsp:txXfrm>
        <a:off x="5539" y="2013766"/>
        <a:ext cx="2310728" cy="739433"/>
      </dsp:txXfrm>
    </dsp:sp>
    <dsp:sp modelId="{AE7D013A-D8A1-4740-8EEB-135BE60A64D1}">
      <dsp:nvSpPr>
        <dsp:cNvPr id="0" name=""/>
        <dsp:cNvSpPr/>
      </dsp:nvSpPr>
      <dsp:spPr>
        <a:xfrm>
          <a:off x="3379203" y="1805800"/>
          <a:ext cx="1155364" cy="11553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04F423-2847-4870-97BB-88B6D7D27EAC}">
      <dsp:nvSpPr>
        <dsp:cNvPr id="0" name=""/>
        <dsp:cNvSpPr/>
      </dsp:nvSpPr>
      <dsp:spPr>
        <a:xfrm>
          <a:off x="3379203" y="1805800"/>
          <a:ext cx="1155364" cy="11553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1D678C-A303-4C17-84BA-54FDDAE165E4}">
      <dsp:nvSpPr>
        <dsp:cNvPr id="0" name=""/>
        <dsp:cNvSpPr/>
      </dsp:nvSpPr>
      <dsp:spPr>
        <a:xfrm>
          <a:off x="2801521" y="2013766"/>
          <a:ext cx="2310728" cy="73943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>
              <a:latin typeface="Californian FB" panose="0207040306080B030204" pitchFamily="18" charset="0"/>
            </a:rPr>
            <a:t>comptable</a:t>
          </a:r>
          <a:endParaRPr lang="en-US" sz="2600" b="1" kern="1200" dirty="0">
            <a:latin typeface="Californian FB" panose="0207040306080B030204" pitchFamily="18" charset="0"/>
          </a:endParaRPr>
        </a:p>
      </dsp:txBody>
      <dsp:txXfrm>
        <a:off x="2801521" y="2013766"/>
        <a:ext cx="2310728" cy="739433"/>
      </dsp:txXfrm>
    </dsp:sp>
    <dsp:sp modelId="{2C10C6B8-7353-4AB7-BC7E-B6CA918B5F97}">
      <dsp:nvSpPr>
        <dsp:cNvPr id="0" name=""/>
        <dsp:cNvSpPr/>
      </dsp:nvSpPr>
      <dsp:spPr>
        <a:xfrm>
          <a:off x="6175185" y="1805800"/>
          <a:ext cx="1155364" cy="11553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5E26D-454D-4B21-85B8-5DD106DC4E07}">
      <dsp:nvSpPr>
        <dsp:cNvPr id="0" name=""/>
        <dsp:cNvSpPr/>
      </dsp:nvSpPr>
      <dsp:spPr>
        <a:xfrm>
          <a:off x="6175185" y="1805800"/>
          <a:ext cx="1155364" cy="11553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0A2AF9-2D8A-4365-B572-6C6517981FF6}">
      <dsp:nvSpPr>
        <dsp:cNvPr id="0" name=""/>
        <dsp:cNvSpPr/>
      </dsp:nvSpPr>
      <dsp:spPr>
        <a:xfrm>
          <a:off x="5597503" y="2013766"/>
          <a:ext cx="2310728" cy="73943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>
              <a:latin typeface="Californian FB" panose="0207040306080B030204" pitchFamily="18" charset="0"/>
            </a:rPr>
            <a:t>Auditeur</a:t>
          </a:r>
          <a:endParaRPr lang="en-US" sz="2600" b="1" kern="1200" dirty="0">
            <a:latin typeface="Californian FB" panose="0207040306080B030204" pitchFamily="18" charset="0"/>
          </a:endParaRPr>
        </a:p>
      </dsp:txBody>
      <dsp:txXfrm>
        <a:off x="5597503" y="2013766"/>
        <a:ext cx="2310728" cy="739433"/>
      </dsp:txXfrm>
    </dsp:sp>
    <dsp:sp modelId="{2E1282B4-6B07-42CD-9B8A-4D48A28F0816}">
      <dsp:nvSpPr>
        <dsp:cNvPr id="0" name=""/>
        <dsp:cNvSpPr/>
      </dsp:nvSpPr>
      <dsp:spPr>
        <a:xfrm>
          <a:off x="8971167" y="1805800"/>
          <a:ext cx="1155364" cy="11553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502551-BF09-4DA1-99F8-D07C23D50123}">
      <dsp:nvSpPr>
        <dsp:cNvPr id="0" name=""/>
        <dsp:cNvSpPr/>
      </dsp:nvSpPr>
      <dsp:spPr>
        <a:xfrm>
          <a:off x="8971167" y="1805800"/>
          <a:ext cx="1155364" cy="11553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96C918-70D4-47D3-B371-51392BA5908D}">
      <dsp:nvSpPr>
        <dsp:cNvPr id="0" name=""/>
        <dsp:cNvSpPr/>
      </dsp:nvSpPr>
      <dsp:spPr>
        <a:xfrm>
          <a:off x="8393485" y="2013766"/>
          <a:ext cx="2310728" cy="73943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atin typeface="Californian FB" panose="0207040306080B030204" pitchFamily="18" charset="0"/>
            </a:rPr>
            <a:t>client</a:t>
          </a:r>
        </a:p>
      </dsp:txBody>
      <dsp:txXfrm>
        <a:off x="8393485" y="2013766"/>
        <a:ext cx="2310728" cy="73943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19E75-1206-4C0D-AC56-115179808A9C}">
      <dsp:nvSpPr>
        <dsp:cNvPr id="0" name=""/>
        <dsp:cNvSpPr/>
      </dsp:nvSpPr>
      <dsp:spPr>
        <a:xfrm>
          <a:off x="0" y="0"/>
          <a:ext cx="7910635" cy="9838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Développement d'un système de </a:t>
          </a:r>
          <a:r>
            <a:rPr lang="fr-FR" sz="2400" kern="1200" dirty="0" err="1"/>
            <a:t>reporting</a:t>
          </a:r>
          <a:r>
            <a:rPr lang="fr-FR" sz="2400" kern="1200" dirty="0"/>
            <a:t>, d'audit et d'administration pour une plateforme Fintech</a:t>
          </a:r>
        </a:p>
      </dsp:txBody>
      <dsp:txXfrm>
        <a:off x="28817" y="28817"/>
        <a:ext cx="6733842" cy="926242"/>
      </dsp:txXfrm>
    </dsp:sp>
    <dsp:sp modelId="{7C8553F0-E184-4B20-BD4A-4B23283EFA3F}">
      <dsp:nvSpPr>
        <dsp:cNvPr id="0" name=""/>
        <dsp:cNvSpPr/>
      </dsp:nvSpPr>
      <dsp:spPr>
        <a:xfrm>
          <a:off x="590729" y="1120526"/>
          <a:ext cx="7910635" cy="983876"/>
        </a:xfrm>
        <a:prstGeom prst="roundRect">
          <a:avLst>
            <a:gd name="adj" fmla="val 1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Centralisation de la gestion des utilisateurs et des rôles.</a:t>
          </a:r>
        </a:p>
      </dsp:txBody>
      <dsp:txXfrm>
        <a:off x="619546" y="1149343"/>
        <a:ext cx="6622752" cy="926242"/>
      </dsp:txXfrm>
    </dsp:sp>
    <dsp:sp modelId="{8F7AA035-22FC-4AD4-BBBE-A2B8FCA89BD6}">
      <dsp:nvSpPr>
        <dsp:cNvPr id="0" name=""/>
        <dsp:cNvSpPr/>
      </dsp:nvSpPr>
      <dsp:spPr>
        <a:xfrm>
          <a:off x="1181458" y="2241052"/>
          <a:ext cx="7910635" cy="983876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Amélioration de la traçabilité grâce aux journaux d'audit.</a:t>
          </a:r>
        </a:p>
      </dsp:txBody>
      <dsp:txXfrm>
        <a:off x="1210275" y="2269869"/>
        <a:ext cx="6622752" cy="926242"/>
      </dsp:txXfrm>
    </dsp:sp>
    <dsp:sp modelId="{DC31BEC8-E6F2-4C53-A335-55E72C07B084}">
      <dsp:nvSpPr>
        <dsp:cNvPr id="0" name=""/>
        <dsp:cNvSpPr/>
      </dsp:nvSpPr>
      <dsp:spPr>
        <a:xfrm>
          <a:off x="1772187" y="3361578"/>
          <a:ext cx="7910635" cy="983876"/>
        </a:xfrm>
        <a:prstGeom prst="roundRect">
          <a:avLst>
            <a:gd name="adj" fmla="val 1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Génération et exportation des rapports (PDF et Excel).</a:t>
          </a:r>
        </a:p>
      </dsp:txBody>
      <dsp:txXfrm>
        <a:off x="1801004" y="3390395"/>
        <a:ext cx="6622752" cy="926242"/>
      </dsp:txXfrm>
    </dsp:sp>
    <dsp:sp modelId="{6D6FAFB8-BF07-43BF-93B7-08BE59B68DA1}">
      <dsp:nvSpPr>
        <dsp:cNvPr id="0" name=""/>
        <dsp:cNvSpPr/>
      </dsp:nvSpPr>
      <dsp:spPr>
        <a:xfrm>
          <a:off x="2362917" y="4482104"/>
          <a:ext cx="7910635" cy="983876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Solution évolutive pouvant être enrichie par de </a:t>
          </a:r>
          <a:r>
            <a:rPr lang="fr-FR" sz="2400" kern="1200"/>
            <a:t>nouvelles fonctionnalités </a:t>
          </a:r>
          <a:endParaRPr lang="fr-FR" sz="2400" kern="1200" dirty="0"/>
        </a:p>
      </dsp:txBody>
      <dsp:txXfrm>
        <a:off x="2391734" y="4510921"/>
        <a:ext cx="6622752" cy="926242"/>
      </dsp:txXfrm>
    </dsp:sp>
    <dsp:sp modelId="{AF096110-D267-4278-83E8-7E0CB576013B}">
      <dsp:nvSpPr>
        <dsp:cNvPr id="0" name=""/>
        <dsp:cNvSpPr/>
      </dsp:nvSpPr>
      <dsp:spPr>
        <a:xfrm>
          <a:off x="7271116" y="718776"/>
          <a:ext cx="639519" cy="639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900" kern="1200"/>
        </a:p>
      </dsp:txBody>
      <dsp:txXfrm>
        <a:off x="7415008" y="718776"/>
        <a:ext cx="351735" cy="481238"/>
      </dsp:txXfrm>
    </dsp:sp>
    <dsp:sp modelId="{4E92F2F9-87B6-40DE-B68B-B8D3E2776975}">
      <dsp:nvSpPr>
        <dsp:cNvPr id="0" name=""/>
        <dsp:cNvSpPr/>
      </dsp:nvSpPr>
      <dsp:spPr>
        <a:xfrm>
          <a:off x="7861845" y="1839302"/>
          <a:ext cx="639519" cy="639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900" kern="1200"/>
        </a:p>
      </dsp:txBody>
      <dsp:txXfrm>
        <a:off x="8005737" y="1839302"/>
        <a:ext cx="351735" cy="481238"/>
      </dsp:txXfrm>
    </dsp:sp>
    <dsp:sp modelId="{6147A8C3-5265-4AE7-8405-6916973CD960}">
      <dsp:nvSpPr>
        <dsp:cNvPr id="0" name=""/>
        <dsp:cNvSpPr/>
      </dsp:nvSpPr>
      <dsp:spPr>
        <a:xfrm>
          <a:off x="8452574" y="2943430"/>
          <a:ext cx="639519" cy="639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900" kern="1200"/>
        </a:p>
      </dsp:txBody>
      <dsp:txXfrm>
        <a:off x="8596466" y="2943430"/>
        <a:ext cx="351735" cy="481238"/>
      </dsp:txXfrm>
    </dsp:sp>
    <dsp:sp modelId="{6BF88AC7-13BC-4687-B41B-F44C5D9199F5}">
      <dsp:nvSpPr>
        <dsp:cNvPr id="0" name=""/>
        <dsp:cNvSpPr/>
      </dsp:nvSpPr>
      <dsp:spPr>
        <a:xfrm>
          <a:off x="9043303" y="4074888"/>
          <a:ext cx="639519" cy="639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900" kern="1200"/>
        </a:p>
      </dsp:txBody>
      <dsp:txXfrm>
        <a:off x="9187195" y="4074888"/>
        <a:ext cx="351735" cy="481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F3AA4-FDDA-48DB-AA17-73C67DA26060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E9A51-4915-4F6C-9BE2-555F8F5E0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46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E9A51-4915-4F6C-9BE2-555F8F5E06D0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38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16DEC0-C2E2-4FB6-93A5-C92E3FFFE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CD0376-0CD9-48B3-8C25-2027DBD9A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CFAB5C-6CD8-4411-A6D0-4979E702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AE283A-F35F-4000-BA55-5533CF34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F4CFCD-C2DD-4314-BFA8-3351D835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6D0513-AA23-43C8-BDF6-5C25A942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8BAE9-7290-4CAE-94C6-5A134500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96C115-2369-49E3-BDA9-76FBE065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D88B90-CF33-4943-95E7-CEE338CE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B0A933-4FA1-4156-A481-BB03D598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8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F4BC4-7FB6-45FF-8461-FB051102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20CA6E-67D6-4E5F-9076-552EAB5F7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5FCDB6-5F96-4070-9F0C-C3A3CCD1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CCF191-89BC-4BA0-AEFF-19A89BF4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EA604D-F5C1-40AC-8940-07412B97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2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17E53-D1E7-49B8-A4D5-2000CCD7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026D5D-21B1-43EF-8538-D4C773DC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2960A3-6E6A-42D4-A183-D586B46BC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8D8CC5-5077-457D-8A53-209BDC77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1C2197-4D12-4E41-B9AB-81D95BFB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E567C9-346A-47A0-AF9E-76730290A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1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18B44-E47B-443C-A31D-1C8117D1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DD21DD-E454-4A8C-9167-D29AA0992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1AE4AE-DC83-4281-A4C8-E4EE6B9EF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5893579-6716-4901-BA2E-DA9D4BE77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9A086EB-5F22-4EF8-8740-31072D575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067ABE5-60A1-45ED-81A0-D7FC15FE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B8DA08-3EA7-4C6D-B7E2-95A03CCC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19CD446-8D8A-49C9-84C8-802F4084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4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8DCD51-2B37-4327-B4CB-4EC4EF93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20CB52-F8CC-47D6-8DFE-82FA8617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F24810-53B3-4BF6-8959-04441141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6AB938-8877-4C3D-B384-30442E04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6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CF4DA5-A915-4A7B-80C3-BDCE58F2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8DCFDD-D760-4C50-B59A-3224E0C8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045BEC-31E1-4C63-83D2-8DE88FAC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05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D1D52E-1054-4B69-9462-9FD81C011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61F170-661A-4900-BD48-B3F3D584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6668BA-4025-4220-8559-D6E82933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4A33F5-1FDA-412B-BC30-2C7C51C1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52745A-32B4-4275-BD6B-F266B248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9AC4C1-021B-4ECA-B817-84F28C25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6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28842-62C6-4ED2-9558-BFA5A846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7279521-7C48-4D5A-99B5-B416A5A07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634D37-7368-4B1F-B55B-BB28AE80E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388E16-1B29-402C-9D3B-4C423132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7D5DEB-2A3D-44A0-8621-B8878721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B1F85B-D988-40DD-AE07-EEAF9142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4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B449D-F90C-46B1-AD18-F99D1EAD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8EE968-6337-49DE-AD27-39EBA1E60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798EF4-6826-49C8-8AD7-E2C6A0AF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4E906A-EE73-413A-AE4C-B9927624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0CAC01-261D-481A-BEDE-FD8269DC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62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0C9157F-47EC-4692-A6E5-945B06F6D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77FC84-E40E-4AED-8005-3F39F87B7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B528F6-5692-4D36-A425-76676A74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397FD4-D5FA-4652-9F2D-0D9222D8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7833B-976E-4F26-94E0-E10D95E8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81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88A067A-0C74-4306-878D-D4233142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735E13-1AD3-40FC-9369-2835BCB93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7A6F1D-4C75-4D45-88C5-4C4396C36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54F76-FE42-426B-9B5E-DB9FB7C29B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87FDA6-7E5B-48F4-9138-6FD5A75E7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3E7607-3288-4061-B53F-FEED3684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065D6-0E71-4582-8112-34E8DA919A5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9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png"/><Relationship Id="rId1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BF6D8C0D-C6B1-4F53-880B-208B598EE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375398"/>
            <a:ext cx="53149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DFE5C16-8DC4-4439-B0A5-46642ECCC8B8}"/>
              </a:ext>
            </a:extLst>
          </p:cNvPr>
          <p:cNvSpPr/>
          <p:nvPr/>
        </p:nvSpPr>
        <p:spPr>
          <a:xfrm>
            <a:off x="781050" y="1911163"/>
            <a:ext cx="10394576" cy="6975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595959"/>
                </a:solidFill>
                <a:effectLst/>
                <a:latin typeface="Century Gothic" panose="020B0502020202020204" pitchFamily="34" charset="0"/>
              </a:rPr>
              <a:t>Mémoire de fin d’études En vue de l’obtention de la Licence en</a:t>
            </a:r>
            <a:r>
              <a:rPr lang="fr-FR" sz="1800" b="1" i="0" u="none" strike="noStrike" dirty="0">
                <a:solidFill>
                  <a:srgbClr val="595959"/>
                </a:solidFill>
                <a:effectLst/>
                <a:latin typeface="Century Gothic" panose="020B0502020202020204" pitchFamily="34" charset="0"/>
              </a:rPr>
              <a:t> </a:t>
            </a:r>
            <a:endParaRPr lang="fr-FR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rgbClr val="595959"/>
                </a:solidFill>
                <a:effectLst/>
                <a:latin typeface="Century Gothic" panose="020B0502020202020204" pitchFamily="34" charset="0"/>
              </a:rPr>
              <a:t>Méthodes Informatiques Appliquées à la Gestion des Entreprises (MIAGE)</a:t>
            </a:r>
            <a:endParaRPr lang="fr-FR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595959"/>
                </a:solidFill>
                <a:effectLst/>
                <a:latin typeface="Century Gothic" panose="020B0502020202020204" pitchFamily="34" charset="0"/>
              </a:rPr>
              <a:t>sous le thème :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en-US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3B34DDA-FA6F-45A3-90C9-7E7061359D0E}"/>
              </a:ext>
            </a:extLst>
          </p:cNvPr>
          <p:cNvSpPr/>
          <p:nvPr/>
        </p:nvSpPr>
        <p:spPr>
          <a:xfrm>
            <a:off x="2058520" y="2534769"/>
            <a:ext cx="7839636" cy="16842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BE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Développement d’un système de </a:t>
            </a:r>
            <a:r>
              <a:rPr lang="fr-BE" sz="3200" b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reporting</a:t>
            </a:r>
            <a:r>
              <a:rPr lang="fr-BE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d’audite et administration pour une plateforme Fintech</a:t>
            </a:r>
            <a:endParaRPr lang="en-US" sz="32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059BA2-5628-4C96-85B8-A3EB22585BAE}"/>
              </a:ext>
            </a:extLst>
          </p:cNvPr>
          <p:cNvSpPr/>
          <p:nvPr/>
        </p:nvSpPr>
        <p:spPr>
          <a:xfrm>
            <a:off x="161364" y="4383742"/>
            <a:ext cx="5002306" cy="6975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Californian FB" panose="0207040306080B030204" pitchFamily="18" charset="0"/>
              </a:rPr>
              <a:t>Mohamed </a:t>
            </a:r>
            <a:r>
              <a:rPr lang="en-US" b="1" dirty="0" err="1">
                <a:latin typeface="Californian FB" panose="0207040306080B030204" pitchFamily="18" charset="0"/>
              </a:rPr>
              <a:t>Mahfoudh</a:t>
            </a:r>
            <a:r>
              <a:rPr lang="en-US" b="1" dirty="0">
                <a:latin typeface="Californian FB" panose="0207040306080B030204" pitchFamily="18" charset="0"/>
              </a:rPr>
              <a:t> </a:t>
            </a:r>
            <a:r>
              <a:rPr lang="en-US" b="1" dirty="0" err="1">
                <a:latin typeface="Californian FB" panose="0207040306080B030204" pitchFamily="18" charset="0"/>
              </a:rPr>
              <a:t>H’Meyd</a:t>
            </a:r>
            <a:r>
              <a:rPr lang="en-US" b="1" dirty="0">
                <a:latin typeface="Californian FB" panose="0207040306080B030204" pitchFamily="18" charset="0"/>
              </a:rPr>
              <a:t>  C25273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7A532-63FC-4C39-A2AE-16D71EFDB3CA}"/>
              </a:ext>
            </a:extLst>
          </p:cNvPr>
          <p:cNvSpPr/>
          <p:nvPr/>
        </p:nvSpPr>
        <p:spPr>
          <a:xfrm>
            <a:off x="3702704" y="5943602"/>
            <a:ext cx="4038040" cy="57822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Année</a:t>
            </a:r>
            <a:r>
              <a:rPr lang="en-US" dirty="0"/>
              <a:t> </a:t>
            </a:r>
            <a:r>
              <a:rPr lang="fr-FR" dirty="0"/>
              <a:t>Académique</a:t>
            </a:r>
            <a:r>
              <a:rPr lang="en-US" dirty="0"/>
              <a:t> : 2025 - 2026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EEA1CF-2DB1-4088-B8DC-75081BF0BB59}"/>
              </a:ext>
            </a:extLst>
          </p:cNvPr>
          <p:cNvSpPr/>
          <p:nvPr/>
        </p:nvSpPr>
        <p:spPr>
          <a:xfrm>
            <a:off x="7028333" y="4383742"/>
            <a:ext cx="4541368" cy="6975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alifornian FB" panose="0207040306080B030204" pitchFamily="18" charset="0"/>
              </a:rPr>
              <a:t>Encadre</a:t>
            </a:r>
            <a:r>
              <a:rPr lang="en-US" b="1" dirty="0">
                <a:latin typeface="Californian FB" panose="0207040306080B030204" pitchFamily="18" charset="0"/>
              </a:rPr>
              <a:t> par : </a:t>
            </a:r>
            <a:r>
              <a:rPr lang="en-US" b="1">
                <a:latin typeface="Californian FB" panose="0207040306080B030204" pitchFamily="18" charset="0"/>
              </a:rPr>
              <a:t>Dr . </a:t>
            </a:r>
            <a:r>
              <a:rPr lang="en-US" b="1" dirty="0">
                <a:latin typeface="Californian FB" panose="0207040306080B030204" pitchFamily="18" charset="0"/>
              </a:rPr>
              <a:t>Cheikh Ahmed </a:t>
            </a:r>
            <a:r>
              <a:rPr lang="en-US" b="1" dirty="0" err="1">
                <a:latin typeface="Californian FB" panose="0207040306080B030204" pitchFamily="18" charset="0"/>
              </a:rPr>
              <a:t>Telmoud</a:t>
            </a:r>
            <a:endParaRPr lang="en-US" b="1" dirty="0">
              <a:latin typeface="Californian FB" panose="0207040306080B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F9D15-30E9-4877-9E44-E35D0FF78709}"/>
              </a:ext>
            </a:extLst>
          </p:cNvPr>
          <p:cNvSpPr/>
          <p:nvPr/>
        </p:nvSpPr>
        <p:spPr>
          <a:xfrm>
            <a:off x="4350124" y="5311588"/>
            <a:ext cx="2743200" cy="63201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2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60DD3-9795-4F4E-BD5C-9AE4058D6D55}"/>
              </a:ext>
            </a:extLst>
          </p:cNvPr>
          <p:cNvSpPr/>
          <p:nvPr/>
        </p:nvSpPr>
        <p:spPr>
          <a:xfrm>
            <a:off x="5295900" y="403661"/>
            <a:ext cx="1600200" cy="6320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Algerian" panose="04020705040A02060702" pitchFamily="82" charset="0"/>
              </a:rPr>
              <a:t>Pl</a:t>
            </a:r>
            <a:r>
              <a:rPr lang="en-US" sz="2000" b="1" dirty="0">
                <a:latin typeface="Algerian" panose="04020705040A02060702" pitchFamily="82" charset="0"/>
              </a:rPr>
              <a:t>an 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9836A61E-F287-44E5-895C-8CA5FC6A61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626464"/>
              </p:ext>
            </p:extLst>
          </p:nvPr>
        </p:nvGraphicFramePr>
        <p:xfrm>
          <a:off x="2032000" y="1210235"/>
          <a:ext cx="8128000" cy="492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54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E333A1E-41D1-40FF-B770-8B2B8E797B18}"/>
              </a:ext>
            </a:extLst>
          </p:cNvPr>
          <p:cNvSpPr/>
          <p:nvPr/>
        </p:nvSpPr>
        <p:spPr>
          <a:xfrm>
            <a:off x="4437531" y="282388"/>
            <a:ext cx="2864224" cy="95474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D17511D4-2C4F-41BB-82C4-320A1712D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36637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239939B1-0869-4A02-A9BF-09E909C4B1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78972"/>
              </p:ext>
            </p:extLst>
          </p:nvPr>
        </p:nvGraphicFramePr>
        <p:xfrm>
          <a:off x="2032000" y="1492624"/>
          <a:ext cx="8128000" cy="4645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93785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9B4BFDA6-5CBD-4ED3-B906-CBA9266CD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391020"/>
              </p:ext>
            </p:extLst>
          </p:nvPr>
        </p:nvGraphicFramePr>
        <p:xfrm>
          <a:off x="779929" y="376518"/>
          <a:ext cx="10165977" cy="6037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33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BE19F37F-3472-46AC-A58B-42F6F0DB6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708152"/>
              </p:ext>
            </p:extLst>
          </p:nvPr>
        </p:nvGraphicFramePr>
        <p:xfrm>
          <a:off x="700048" y="719666"/>
          <a:ext cx="1076340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851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FE192FF-BFC1-42F5-8DEA-707221A881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239404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672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81D37-2534-4545-B05E-1DA06BD07C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81610" y="127130"/>
            <a:ext cx="6382011" cy="993775"/>
          </a:xfrm>
        </p:spPr>
        <p:txBody>
          <a:bodyPr/>
          <a:lstStyle/>
          <a:p>
            <a:pPr algn="ctr"/>
            <a:r>
              <a:rPr lang="fr-BE" dirty="0"/>
              <a:t>Problématique</a:t>
            </a:r>
            <a:r>
              <a:rPr lang="en-US" dirty="0"/>
              <a:t> 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A31C263D-E810-4DEA-94E4-D970968752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0904617"/>
              </p:ext>
            </p:extLst>
          </p:nvPr>
        </p:nvGraphicFramePr>
        <p:xfrm>
          <a:off x="1894214" y="97018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5838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F9B91FC8-DD03-43D8-86B1-9BF2B1A89B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3315924"/>
              </p:ext>
            </p:extLst>
          </p:nvPr>
        </p:nvGraphicFramePr>
        <p:xfrm>
          <a:off x="977030" y="426234"/>
          <a:ext cx="9945666" cy="5999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74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2F44E07-BB5E-41A7-81EE-E7E1F88FE0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6741"/>
              </p:ext>
            </p:extLst>
          </p:nvPr>
        </p:nvGraphicFramePr>
        <p:xfrm>
          <a:off x="443753" y="719666"/>
          <a:ext cx="10641781" cy="538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548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0C57906F-9624-4A84-BB97-DA943F1D55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294803"/>
              </p:ext>
            </p:extLst>
          </p:nvPr>
        </p:nvGraphicFramePr>
        <p:xfrm>
          <a:off x="688932" y="488515"/>
          <a:ext cx="10772382" cy="5987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299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57381E37-84F3-4846-BF47-2CC8D52A15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980435"/>
              </p:ext>
            </p:extLst>
          </p:nvPr>
        </p:nvGraphicFramePr>
        <p:xfrm>
          <a:off x="563671" y="538618"/>
          <a:ext cx="10534389" cy="5599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1435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5550F58-5707-4884-B3AD-F942F8AB5734}"/>
              </a:ext>
            </a:extLst>
          </p:cNvPr>
          <p:cNvSpPr/>
          <p:nvPr/>
        </p:nvSpPr>
        <p:spPr>
          <a:xfrm>
            <a:off x="3083254" y="2940400"/>
            <a:ext cx="6617583" cy="977199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</a:t>
            </a:r>
            <a:r>
              <a:rPr 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61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B637BBD-1B2F-4EAA-B5C6-53C5435F5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682201"/>
              </p:ext>
            </p:extLst>
          </p:nvPr>
        </p:nvGraphicFramePr>
        <p:xfrm>
          <a:off x="601249" y="450937"/>
          <a:ext cx="11248374" cy="5999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895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ED08792B-61E7-4251-B467-A359885DFD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9225922"/>
              </p:ext>
            </p:extLst>
          </p:nvPr>
        </p:nvGraphicFramePr>
        <p:xfrm>
          <a:off x="801666" y="1628384"/>
          <a:ext cx="10221238" cy="4684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EAD86226-5359-4F55-AD55-7E66E6967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613844"/>
              </p:ext>
            </p:extLst>
          </p:nvPr>
        </p:nvGraphicFramePr>
        <p:xfrm>
          <a:off x="2032000" y="281257"/>
          <a:ext cx="8128000" cy="1760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88971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BCA9CA7-C6DD-4E66-88AA-A8FE0AE3B12D}"/>
              </a:ext>
            </a:extLst>
          </p:cNvPr>
          <p:cNvSpPr/>
          <p:nvPr/>
        </p:nvSpPr>
        <p:spPr>
          <a:xfrm>
            <a:off x="1530262" y="1365338"/>
            <a:ext cx="9455063" cy="440916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1" dirty="0">
                <a:latin typeface="Californian FB" panose="0207040306080B030204" pitchFamily="18" charset="0"/>
              </a:rPr>
              <a:t>Analyse des besoins fonctionnels et non fonctionnels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1" dirty="0">
                <a:latin typeface="Californian FB" panose="0207040306080B030204" pitchFamily="18" charset="0"/>
              </a:rPr>
              <a:t>Conception générale de la plateforme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1" dirty="0">
                <a:latin typeface="Californian FB" panose="0207040306080B030204" pitchFamily="18" charset="0"/>
              </a:rPr>
              <a:t>Développement du backend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1" dirty="0">
                <a:latin typeface="Californian FB" panose="0207040306080B030204" pitchFamily="18" charset="0"/>
              </a:rPr>
              <a:t>Développement de l’application mobile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1" dirty="0">
                <a:latin typeface="Californian FB" panose="0207040306080B030204" pitchFamily="18" charset="0"/>
              </a:rPr>
              <a:t>Intégration des APIs externes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1" dirty="0">
                <a:latin typeface="Californian FB" panose="0207040306080B030204" pitchFamily="18" charset="0"/>
              </a:rPr>
              <a:t>Tests, corrections et améliorations successives</a:t>
            </a:r>
            <a:endParaRPr lang="en-US" sz="2800" b="1" dirty="0"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57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900733-9CF0-44AC-9176-60BCB04AE3D2}"/>
              </a:ext>
            </a:extLst>
          </p:cNvPr>
          <p:cNvSpPr/>
          <p:nvPr/>
        </p:nvSpPr>
        <p:spPr>
          <a:xfrm>
            <a:off x="740894" y="4935667"/>
            <a:ext cx="1365337" cy="57442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A75B8-20F0-4739-8AFF-977CDB644260}"/>
              </a:ext>
            </a:extLst>
          </p:cNvPr>
          <p:cNvSpPr/>
          <p:nvPr/>
        </p:nvSpPr>
        <p:spPr>
          <a:xfrm>
            <a:off x="1621733" y="1521559"/>
            <a:ext cx="1365337" cy="48504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E778A-D180-42A0-ACF0-BF53F97620CF}"/>
              </a:ext>
            </a:extLst>
          </p:cNvPr>
          <p:cNvSpPr/>
          <p:nvPr/>
        </p:nvSpPr>
        <p:spPr>
          <a:xfrm>
            <a:off x="4760643" y="1397335"/>
            <a:ext cx="1119776" cy="5323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00EFE-F475-4878-BF1C-586A1086A09E}"/>
              </a:ext>
            </a:extLst>
          </p:cNvPr>
          <p:cNvSpPr/>
          <p:nvPr/>
        </p:nvSpPr>
        <p:spPr>
          <a:xfrm>
            <a:off x="4944345" y="5838326"/>
            <a:ext cx="1365337" cy="964504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4EFB-F8EC-4C97-97E9-1635EFE6703B}"/>
              </a:ext>
            </a:extLst>
          </p:cNvPr>
          <p:cNvSpPr/>
          <p:nvPr/>
        </p:nvSpPr>
        <p:spPr>
          <a:xfrm>
            <a:off x="7627966" y="5014432"/>
            <a:ext cx="1119775" cy="55945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B2960-993B-4714-80F5-96ECDBC0091E}"/>
              </a:ext>
            </a:extLst>
          </p:cNvPr>
          <p:cNvSpPr/>
          <p:nvPr/>
        </p:nvSpPr>
        <p:spPr>
          <a:xfrm>
            <a:off x="2671493" y="4989520"/>
            <a:ext cx="1365337" cy="620040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83297A-1428-4BED-9F15-36F0104B9DF4}"/>
              </a:ext>
            </a:extLst>
          </p:cNvPr>
          <p:cNvSpPr/>
          <p:nvPr/>
        </p:nvSpPr>
        <p:spPr>
          <a:xfrm>
            <a:off x="6695853" y="2597208"/>
            <a:ext cx="1365337" cy="559450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ED8EA7-10CC-4C6D-A36A-BE35EE3AA185}"/>
              </a:ext>
            </a:extLst>
          </p:cNvPr>
          <p:cNvSpPr/>
          <p:nvPr/>
        </p:nvSpPr>
        <p:spPr>
          <a:xfrm>
            <a:off x="4854123" y="4959008"/>
            <a:ext cx="1363714" cy="692564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840FC-F4D3-470B-ACB8-C602F9CFAB69}"/>
              </a:ext>
            </a:extLst>
          </p:cNvPr>
          <p:cNvSpPr/>
          <p:nvPr/>
        </p:nvSpPr>
        <p:spPr>
          <a:xfrm>
            <a:off x="9696994" y="4988962"/>
            <a:ext cx="1365338" cy="738736"/>
          </a:xfrm>
          <a:prstGeom prst="rect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2A98B3-F86A-4B6E-B31D-ECD1A3A55D6E}"/>
              </a:ext>
            </a:extLst>
          </p:cNvPr>
          <p:cNvSpPr/>
          <p:nvPr/>
        </p:nvSpPr>
        <p:spPr>
          <a:xfrm>
            <a:off x="4379996" y="3755770"/>
            <a:ext cx="2017735" cy="512091"/>
          </a:xfrm>
          <a:prstGeom prst="rect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A853B-A65E-4A0F-88D8-ABB22C8EF9DD}"/>
              </a:ext>
            </a:extLst>
          </p:cNvPr>
          <p:cNvSpPr/>
          <p:nvPr/>
        </p:nvSpPr>
        <p:spPr>
          <a:xfrm>
            <a:off x="4760643" y="2606542"/>
            <a:ext cx="1392926" cy="466286"/>
          </a:xfrm>
          <a:prstGeom prst="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DA292F-CB35-49E8-BDEF-C9BF3369F8B0}"/>
              </a:ext>
            </a:extLst>
          </p:cNvPr>
          <p:cNvSpPr/>
          <p:nvPr/>
        </p:nvSpPr>
        <p:spPr>
          <a:xfrm>
            <a:off x="3982753" y="774532"/>
            <a:ext cx="3106455" cy="5182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latin typeface="Californian FB" panose="0207040306080B030204" pitchFamily="18" charset="0"/>
              </a:rPr>
              <a:t>Langages</a:t>
            </a:r>
            <a:r>
              <a:rPr lang="en-US" b="1" dirty="0">
                <a:latin typeface="Californian FB" panose="0207040306080B030204" pitchFamily="18" charset="0"/>
              </a:rPr>
              <a:t> de </a:t>
            </a:r>
            <a:r>
              <a:rPr lang="en-US" b="1" dirty="0" err="1">
                <a:latin typeface="Californian FB" panose="0207040306080B030204" pitchFamily="18" charset="0"/>
              </a:rPr>
              <a:t>programmation</a:t>
            </a:r>
            <a:endParaRPr lang="fr-FR" b="1" dirty="0">
              <a:latin typeface="Californian FB" panose="0207040306080B0302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8B92A8-CC1D-45CA-A929-E6FFB5AA0AA8}"/>
              </a:ext>
            </a:extLst>
          </p:cNvPr>
          <p:cNvSpPr/>
          <p:nvPr/>
        </p:nvSpPr>
        <p:spPr>
          <a:xfrm>
            <a:off x="4783267" y="1931316"/>
            <a:ext cx="1753643" cy="5182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latin typeface="Californian FB" panose="0207040306080B030204" pitchFamily="18" charset="0"/>
              </a:rPr>
              <a:t>fremwork</a:t>
            </a:r>
            <a:endParaRPr lang="en-US" b="1" dirty="0">
              <a:latin typeface="Californian FB" panose="0207040306080B0302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7DDBBB-978E-4E4E-A61B-B9ED39E776CC}"/>
              </a:ext>
            </a:extLst>
          </p:cNvPr>
          <p:cNvSpPr/>
          <p:nvPr/>
        </p:nvSpPr>
        <p:spPr>
          <a:xfrm>
            <a:off x="4232290" y="4311336"/>
            <a:ext cx="2644825" cy="4362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latin typeface="Californian FB" panose="0207040306080B030204" pitchFamily="18" charset="0"/>
              </a:rPr>
              <a:t>Outils</a:t>
            </a:r>
            <a:r>
              <a:rPr lang="en-US" b="1" dirty="0">
                <a:latin typeface="Californian FB" panose="0207040306080B030204" pitchFamily="18" charset="0"/>
              </a:rPr>
              <a:t> de </a:t>
            </a:r>
            <a:r>
              <a:rPr lang="en-US" b="1" dirty="0" err="1">
                <a:latin typeface="Californian FB" panose="0207040306080B030204" pitchFamily="18" charset="0"/>
              </a:rPr>
              <a:t>développement</a:t>
            </a:r>
            <a:endParaRPr lang="en-US" b="1" dirty="0">
              <a:latin typeface="Californian FB" panose="0207040306080B03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FD704C-E684-414C-A804-FAC5F0AB37A0}"/>
              </a:ext>
            </a:extLst>
          </p:cNvPr>
          <p:cNvSpPr/>
          <p:nvPr/>
        </p:nvSpPr>
        <p:spPr>
          <a:xfrm>
            <a:off x="3777783" y="5518905"/>
            <a:ext cx="3891593" cy="6200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>
                <a:latin typeface="Californian FB" panose="0207040306080B030204" pitchFamily="18" charset="0"/>
              </a:rPr>
              <a:t>Déploiement</a:t>
            </a:r>
            <a:r>
              <a:rPr lang="en-US" b="1" dirty="0">
                <a:latin typeface="Californian FB" panose="0207040306080B030204" pitchFamily="18" charset="0"/>
              </a:rPr>
              <a:t> &amp; </a:t>
            </a:r>
            <a:r>
              <a:rPr lang="en-US" b="1" dirty="0" err="1">
                <a:latin typeface="Californian FB" panose="0207040306080B030204" pitchFamily="18" charset="0"/>
              </a:rPr>
              <a:t>Hébergement</a:t>
            </a:r>
            <a:endParaRPr lang="en-US" b="1" dirty="0">
              <a:latin typeface="Californian FB" panose="0207040306080B0302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B6DEB5-700F-4D89-B4B7-204006198636}"/>
              </a:ext>
            </a:extLst>
          </p:cNvPr>
          <p:cNvSpPr/>
          <p:nvPr/>
        </p:nvSpPr>
        <p:spPr>
          <a:xfrm>
            <a:off x="4370473" y="3118003"/>
            <a:ext cx="2393523" cy="4814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Californian FB" panose="0207040306080B030204" pitchFamily="18" charset="0"/>
              </a:rPr>
              <a:t>Bases de </a:t>
            </a:r>
            <a:r>
              <a:rPr lang="en-US" b="1" dirty="0" err="1">
                <a:latin typeface="Californian FB" panose="0207040306080B030204" pitchFamily="18" charset="0"/>
              </a:rPr>
              <a:t>données</a:t>
            </a:r>
            <a:endParaRPr lang="en-US" b="1" dirty="0">
              <a:latin typeface="Californian FB" panose="0207040306080B030204" pitchFamily="18" charset="0"/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CB00259-8579-455D-B59B-5807332F6144}"/>
              </a:ext>
            </a:extLst>
          </p:cNvPr>
          <p:cNvCxnSpPr>
            <a:cxnSpLocks/>
          </p:cNvCxnSpPr>
          <p:nvPr/>
        </p:nvCxnSpPr>
        <p:spPr>
          <a:xfrm>
            <a:off x="4174364" y="1304521"/>
            <a:ext cx="27606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05BB992-6BCF-4A83-8035-43ADFF58DA5C}"/>
              </a:ext>
            </a:extLst>
          </p:cNvPr>
          <p:cNvCxnSpPr>
            <a:cxnSpLocks/>
          </p:cNvCxnSpPr>
          <p:nvPr/>
        </p:nvCxnSpPr>
        <p:spPr>
          <a:xfrm>
            <a:off x="4067283" y="2447635"/>
            <a:ext cx="2760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75B91F3-D032-430C-9F97-12838D436CDF}"/>
              </a:ext>
            </a:extLst>
          </p:cNvPr>
          <p:cNvCxnSpPr>
            <a:cxnSpLocks/>
          </p:cNvCxnSpPr>
          <p:nvPr/>
        </p:nvCxnSpPr>
        <p:spPr>
          <a:xfrm>
            <a:off x="4121563" y="3599435"/>
            <a:ext cx="276067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3169FB45-EB4B-4556-9621-038342B0B41B}"/>
              </a:ext>
            </a:extLst>
          </p:cNvPr>
          <p:cNvCxnSpPr>
            <a:cxnSpLocks/>
          </p:cNvCxnSpPr>
          <p:nvPr/>
        </p:nvCxnSpPr>
        <p:spPr>
          <a:xfrm>
            <a:off x="4500601" y="4752802"/>
            <a:ext cx="200260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7109A68-1535-4561-9231-FCCFA9844CB1}"/>
              </a:ext>
            </a:extLst>
          </p:cNvPr>
          <p:cNvCxnSpPr>
            <a:cxnSpLocks/>
          </p:cNvCxnSpPr>
          <p:nvPr/>
        </p:nvCxnSpPr>
        <p:spPr>
          <a:xfrm>
            <a:off x="4717118" y="6029202"/>
            <a:ext cx="181979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C26DB93-99F4-40F9-9DDB-00B05ED25007}"/>
              </a:ext>
            </a:extLst>
          </p:cNvPr>
          <p:cNvSpPr/>
          <p:nvPr/>
        </p:nvSpPr>
        <p:spPr>
          <a:xfrm>
            <a:off x="3543820" y="275438"/>
            <a:ext cx="3909166" cy="5594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Langages, techniques et outils utilisés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E5063F-939B-41DF-B031-5B1DBD74D884}"/>
              </a:ext>
            </a:extLst>
          </p:cNvPr>
          <p:cNvSpPr/>
          <p:nvPr/>
        </p:nvSpPr>
        <p:spPr>
          <a:xfrm>
            <a:off x="7669376" y="1409411"/>
            <a:ext cx="1119775" cy="546725"/>
          </a:xfrm>
          <a:prstGeom prst="rect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A6822889-BBC5-4446-BD77-E45F7CC2EAFA}"/>
              </a:ext>
            </a:extLst>
          </p:cNvPr>
          <p:cNvCxnSpPr/>
          <p:nvPr/>
        </p:nvCxnSpPr>
        <p:spPr>
          <a:xfrm flipH="1" flipV="1">
            <a:off x="5257800" y="1511300"/>
            <a:ext cx="28689" cy="10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5C6FCAB-1C66-412E-BDAB-2416A0D11994}"/>
              </a:ext>
            </a:extLst>
          </p:cNvPr>
          <p:cNvSpPr/>
          <p:nvPr/>
        </p:nvSpPr>
        <p:spPr>
          <a:xfrm>
            <a:off x="2106231" y="2597208"/>
            <a:ext cx="1876522" cy="615054"/>
          </a:xfrm>
          <a:prstGeom prst="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60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E68C58B-388B-46CB-894D-22A2A44FC6EB}"/>
              </a:ext>
            </a:extLst>
          </p:cNvPr>
          <p:cNvSpPr/>
          <p:nvPr/>
        </p:nvSpPr>
        <p:spPr>
          <a:xfrm>
            <a:off x="3133165" y="2604655"/>
            <a:ext cx="6185647" cy="16715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accent6">
                    <a:lumMod val="75000"/>
                  </a:schemeClr>
                </a:solidFill>
                <a:latin typeface="Berlin Sans FB Demi" panose="020E0802020502020306" pitchFamily="34" charset="0"/>
              </a:rPr>
              <a:t>Conception et Realis</a:t>
            </a:r>
            <a:r>
              <a:rPr lang="en-US" sz="3600" b="1" noProof="1">
                <a:solidFill>
                  <a:schemeClr val="accent6">
                    <a:lumMod val="75000"/>
                  </a:schemeClr>
                </a:solidFill>
                <a:latin typeface="Berlin Sans FB Demi" panose="020E0802020502020306" pitchFamily="34" charset="0"/>
              </a:rPr>
              <a:t>a</a:t>
            </a:r>
            <a:r>
              <a:rPr lang="fr-FR" sz="3600" b="1" noProof="1">
                <a:solidFill>
                  <a:schemeClr val="accent6">
                    <a:lumMod val="75000"/>
                  </a:schemeClr>
                </a:solidFill>
                <a:latin typeface="Berlin Sans FB Demi" panose="020E0802020502020306" pitchFamily="34" charset="0"/>
              </a:rPr>
              <a:t>tion </a:t>
            </a:r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Berlin Sans FB Demi" panose="020E0802020502020306" pitchFamily="34" charset="0"/>
              </a:rPr>
              <a:t> </a:t>
            </a:r>
            <a:endParaRPr lang="fr-FR" sz="3600" b="1" noProof="1">
              <a:solidFill>
                <a:schemeClr val="accent6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316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982C66-8740-42CF-AF4D-36956EFC7757}"/>
              </a:ext>
            </a:extLst>
          </p:cNvPr>
          <p:cNvSpPr/>
          <p:nvPr/>
        </p:nvSpPr>
        <p:spPr>
          <a:xfrm>
            <a:off x="2505205" y="551146"/>
            <a:ext cx="6889316" cy="9770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0070C0"/>
                </a:solidFill>
                <a:latin typeface="Californian FB" panose="0207040306080B030204" pitchFamily="18" charset="0"/>
              </a:rPr>
              <a:t>Utilisateurs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40B2A299-8ECA-4808-B19E-A697E1CD4B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386426"/>
              </p:ext>
            </p:extLst>
          </p:nvPr>
        </p:nvGraphicFramePr>
        <p:xfrm>
          <a:off x="741123" y="1528176"/>
          <a:ext cx="10709754" cy="3126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614C3AA9-0A3A-4B1C-90F9-D199ACE3A733}"/>
              </a:ext>
            </a:extLst>
          </p:cNvPr>
          <p:cNvSpPr txBox="1"/>
          <p:nvPr/>
        </p:nvSpPr>
        <p:spPr>
          <a:xfrm>
            <a:off x="3756207" y="4744049"/>
            <a:ext cx="207084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Valider ,contrôler les opérations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442EF28-74C5-47BA-8352-E5106CDC859F}"/>
              </a:ext>
            </a:extLst>
          </p:cNvPr>
          <p:cNvSpPr txBox="1"/>
          <p:nvPr/>
        </p:nvSpPr>
        <p:spPr>
          <a:xfrm>
            <a:off x="6585003" y="4744049"/>
            <a:ext cx="216903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Analyser les activités et les traçabilité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E4B54A-84F4-4C00-8DFA-CF748981A07B}"/>
              </a:ext>
            </a:extLst>
          </p:cNvPr>
          <p:cNvSpPr txBox="1"/>
          <p:nvPr/>
        </p:nvSpPr>
        <p:spPr>
          <a:xfrm>
            <a:off x="9394521" y="4744049"/>
            <a:ext cx="2264079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Alimentent le système en données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6C775E4-E88A-4DB1-8C37-BAD012A1A57C}"/>
              </a:ext>
            </a:extLst>
          </p:cNvPr>
          <p:cNvSpPr txBox="1"/>
          <p:nvPr/>
        </p:nvSpPr>
        <p:spPr>
          <a:xfrm>
            <a:off x="632013" y="4744049"/>
            <a:ext cx="236624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Gere les utilisateurs et supervise le système </a:t>
            </a:r>
          </a:p>
        </p:txBody>
      </p:sp>
    </p:spTree>
    <p:extLst>
      <p:ext uri="{BB962C8B-B14F-4D97-AF65-F5344CB8AC3E}">
        <p14:creationId xmlns:p14="http://schemas.microsoft.com/office/powerpoint/2010/main" val="1629628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61FED3-B015-4471-B6EA-D748AE96D814}"/>
              </a:ext>
            </a:extLst>
          </p:cNvPr>
          <p:cNvSpPr/>
          <p:nvPr/>
        </p:nvSpPr>
        <p:spPr>
          <a:xfrm>
            <a:off x="470647" y="164476"/>
            <a:ext cx="11161059" cy="599738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83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97D65A-8D38-41E8-8015-F126558E9FBB}"/>
              </a:ext>
            </a:extLst>
          </p:cNvPr>
          <p:cNvSpPr/>
          <p:nvPr/>
        </p:nvSpPr>
        <p:spPr>
          <a:xfrm>
            <a:off x="1486421" y="573066"/>
            <a:ext cx="9219157" cy="571186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669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F68B10-19FC-4ED5-AE3C-8C2EE8E31069}"/>
              </a:ext>
            </a:extLst>
          </p:cNvPr>
          <p:cNvSpPr/>
          <p:nvPr/>
        </p:nvSpPr>
        <p:spPr>
          <a:xfrm>
            <a:off x="977029" y="688932"/>
            <a:ext cx="9569885" cy="574944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74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00341F-94B8-4CCD-9BC8-894978E30E7F}"/>
              </a:ext>
            </a:extLst>
          </p:cNvPr>
          <p:cNvSpPr/>
          <p:nvPr/>
        </p:nvSpPr>
        <p:spPr>
          <a:xfrm>
            <a:off x="496957" y="586408"/>
            <a:ext cx="11108889" cy="589390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49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51CCC6-CEB4-469B-95EA-3B33A16ADF49}"/>
              </a:ext>
            </a:extLst>
          </p:cNvPr>
          <p:cNvSpPr/>
          <p:nvPr/>
        </p:nvSpPr>
        <p:spPr>
          <a:xfrm>
            <a:off x="438411" y="363255"/>
            <a:ext cx="11336055" cy="60876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6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FB02F5-90BA-4FD9-8DA2-65ACD961E097}"/>
              </a:ext>
            </a:extLst>
          </p:cNvPr>
          <p:cNvSpPr/>
          <p:nvPr/>
        </p:nvSpPr>
        <p:spPr>
          <a:xfrm>
            <a:off x="177800" y="254000"/>
            <a:ext cx="11772899" cy="6400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98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D747D9-505B-4E08-B8AE-FC2E458B1745}"/>
              </a:ext>
            </a:extLst>
          </p:cNvPr>
          <p:cNvSpPr/>
          <p:nvPr/>
        </p:nvSpPr>
        <p:spPr>
          <a:xfrm>
            <a:off x="2641600" y="533400"/>
            <a:ext cx="6057900" cy="1371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et implémentation des fonctionnalités </a:t>
            </a:r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54E022F2-4FF1-4604-A9A4-8FB55AC45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760093"/>
              </p:ext>
            </p:extLst>
          </p:nvPr>
        </p:nvGraphicFramePr>
        <p:xfrm>
          <a:off x="2032000" y="719666"/>
          <a:ext cx="8305800" cy="481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4110275552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3403089318"/>
                    </a:ext>
                  </a:extLst>
                </a:gridCol>
              </a:tblGrid>
              <a:tr h="761194">
                <a:tc>
                  <a:txBody>
                    <a:bodyPr/>
                    <a:lstStyle/>
                    <a:p>
                      <a:r>
                        <a:rPr lang="fr-FR" sz="20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Fonctionnalité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</a:t>
                      </a: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880592"/>
                  </a:ext>
                </a:extLst>
              </a:tr>
              <a:tr h="1014085">
                <a:tc>
                  <a:txBody>
                    <a:bodyPr/>
                    <a:lstStyle/>
                    <a:p>
                      <a:r>
                        <a:rPr lang="fr-FR" sz="20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Authentification</a:t>
                      </a:r>
                    </a:p>
                    <a:p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 Rest + JWT</a:t>
                      </a: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183130"/>
                  </a:ext>
                </a:extLst>
              </a:tr>
              <a:tr h="101408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</a:t>
                      </a:r>
                      <a:r>
                        <a:rPr lang="fr-FR" sz="20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REST + Base de </a:t>
                      </a:r>
                      <a:r>
                        <a:rPr lang="fr-FR" sz="20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données</a:t>
                      </a:r>
                    </a:p>
                    <a:p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475966"/>
                  </a:ext>
                </a:extLst>
              </a:tr>
              <a:tr h="101408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Reporting</a:t>
                      </a: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REST + </a:t>
                      </a:r>
                      <a:r>
                        <a:rPr lang="fr-FR" sz="20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Flutter </a:t>
                      </a: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940123"/>
                  </a:ext>
                </a:extLst>
              </a:tr>
              <a:tr h="101408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</a:t>
                      </a: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Logs + Base de </a:t>
                      </a:r>
                      <a:r>
                        <a:rPr lang="fr-FR" sz="20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données</a:t>
                      </a:r>
                    </a:p>
                    <a:p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4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497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008E975-4E55-44FB-8D79-1760226FD994}"/>
              </a:ext>
            </a:extLst>
          </p:cNvPr>
          <p:cNvSpPr/>
          <p:nvPr/>
        </p:nvSpPr>
        <p:spPr>
          <a:xfrm>
            <a:off x="2555631" y="2508738"/>
            <a:ext cx="7291754" cy="229772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monstration</a:t>
            </a:r>
          </a:p>
        </p:txBody>
      </p:sp>
    </p:spTree>
    <p:extLst>
      <p:ext uri="{BB962C8B-B14F-4D97-AF65-F5344CB8AC3E}">
        <p14:creationId xmlns:p14="http://schemas.microsoft.com/office/powerpoint/2010/main" val="1130010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F2A4618-E659-4E25-87F4-59C8513629BD}"/>
              </a:ext>
            </a:extLst>
          </p:cNvPr>
          <p:cNvSpPr/>
          <p:nvPr/>
        </p:nvSpPr>
        <p:spPr>
          <a:xfrm>
            <a:off x="3399692" y="2391508"/>
            <a:ext cx="5978770" cy="27197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3286567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5DE9BA72-6C0D-46B5-8E91-5B8C99D107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4729031"/>
              </p:ext>
            </p:extLst>
          </p:nvPr>
        </p:nvGraphicFramePr>
        <p:xfrm>
          <a:off x="726141" y="719666"/>
          <a:ext cx="10273553" cy="5465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13840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18113</TotalTime>
  <Words>530</Words>
  <Application>Microsoft Office PowerPoint</Application>
  <PresentationFormat>Grand écran</PresentationFormat>
  <Paragraphs>123</Paragraphs>
  <Slides>28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40" baseType="lpstr">
      <vt:lpstr>Algerian</vt:lpstr>
      <vt:lpstr>Arial</vt:lpstr>
      <vt:lpstr>Berlin Sans FB Demi</vt:lpstr>
      <vt:lpstr>Calibri</vt:lpstr>
      <vt:lpstr>Calibri Light</vt:lpstr>
      <vt:lpstr>Californian FB</vt:lpstr>
      <vt:lpstr>Cambria</vt:lpstr>
      <vt:lpstr>Century Gothic</vt:lpstr>
      <vt:lpstr>Symbol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Problématique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mohamed mohamed</dc:creator>
  <cp:lastModifiedBy>mohamed mohamed</cp:lastModifiedBy>
  <cp:revision>118</cp:revision>
  <dcterms:created xsi:type="dcterms:W3CDTF">2026-06-22T00:46:29Z</dcterms:created>
  <dcterms:modified xsi:type="dcterms:W3CDTF">2026-07-13T10:19:35Z</dcterms:modified>
</cp:coreProperties>
</file>